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F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d4824d1a-d19e-5bee-9489-6869dd4e929e/scratchpad/pp/fr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user--/d4824d1a-d19e-5bee-9489-6869dd4e929e/scratchpad/pp/logo-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206500"/>
            <a:ext cx="5207000" cy="1901152"/>
          </a:xfrm>
          <a:prstGeom prst="rect">
            <a:avLst/>
          </a:prstGeom>
        </p:spPr>
      </p:pic>
      <p:pic>
        <p:nvPicPr>
          <p:cNvPr id="4" name="Image 2" descr="/tmp/claude-0/-home-user--/d4824d1a-d19e-5bee-9489-6869dd4e929e/scratchpad/pp/clus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4500" y="1905000"/>
            <a:ext cx="2921000" cy="15875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206500" y="34798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500" kern="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2026 </a:t>
            </a:r>
            <a:pPr algn="l" indent="0" marL="0">
              <a:lnSpc>
                <a:spcPct val="100000"/>
              </a:lnSpc>
              <a:buNone/>
            </a:pPr>
            <a:r>
              <a:rPr lang="en-US" sz="1100" spc="500" kern="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HANDONG FESTIVAL · 창조와문화</a:t>
            </a:r>
            <a:endParaRPr lang="en-US" sz="1100" dirty="0"/>
          </a:p>
        </p:txBody>
      </p:sp>
      <p:sp>
        <p:nvSpPr>
          <p:cNvPr id="6" name="Text 1"/>
          <p:cNvSpPr txBox="1"/>
          <p:nvPr/>
        </p:nvSpPr>
        <p:spPr>
          <a:xfrm>
            <a:off x="1168400" y="3746500"/>
            <a:ext cx="6350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 꿈이 다 있네</a:t>
            </a:r>
            <a:endParaRPr lang="en-US" sz="6000" dirty="0"/>
          </a:p>
        </p:txBody>
      </p:sp>
      <p:sp>
        <p:nvSpPr>
          <p:cNvPr id="7" name="Text 2"/>
          <p:cNvSpPr txBox="1"/>
          <p:nvPr/>
        </p:nvSpPr>
        <p:spPr>
          <a:xfrm>
            <a:off x="7302500" y="4140200"/>
            <a:ext cx="368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동아리 공연 사전 OT</a:t>
            </a:r>
            <a:endParaRPr lang="en-US" sz="2000" dirty="0"/>
          </a:p>
        </p:txBody>
      </p:sp>
      <p:sp>
        <p:nvSpPr>
          <p:cNvPr id="8" name="Shape 3"/>
          <p:cNvSpPr/>
          <p:nvPr/>
        </p:nvSpPr>
        <p:spPr>
          <a:xfrm>
            <a:off x="1206500" y="5029200"/>
            <a:ext cx="9779000" cy="0"/>
          </a:xfrm>
          <a:prstGeom prst="line">
            <a:avLst/>
          </a:prstGeom>
          <a:noFill/>
          <a:ln w="15875">
            <a:solidFill>
              <a:srgbClr val="1A1414"/>
            </a:solidFill>
            <a:prstDash val="dash"/>
          </a:ln>
        </p:spPr>
      </p:sp>
      <p:sp>
        <p:nvSpPr>
          <p:cNvPr id="9" name="Text 4"/>
          <p:cNvSpPr txBox="1"/>
          <p:nvPr/>
        </p:nvSpPr>
        <p:spPr>
          <a:xfrm>
            <a:off x="1206500" y="5181600"/>
            <a:ext cx="215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참가 동아리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1206500" y="5410200"/>
            <a:ext cx="222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13팀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3651250" y="5029200"/>
            <a:ext cx="0" cy="69850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3829050" y="5181600"/>
            <a:ext cx="215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리허설</a:t>
            </a:r>
            <a:endParaRPr lang="en-US" sz="1000" dirty="0"/>
          </a:p>
        </p:txBody>
      </p:sp>
      <p:sp>
        <p:nvSpPr>
          <p:cNvPr id="13" name="Text 8"/>
          <p:cNvSpPr txBox="1"/>
          <p:nvPr/>
        </p:nvSpPr>
        <p:spPr>
          <a:xfrm>
            <a:off x="3829050" y="5410200"/>
            <a:ext cx="222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DAY2 · 11.05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6096000" y="5029200"/>
            <a:ext cx="0" cy="69850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273800" y="5181600"/>
            <a:ext cx="215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공연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6273800" y="5410200"/>
            <a:ext cx="222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11.05 – 11.06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8540750" y="5029200"/>
            <a:ext cx="0" cy="69850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718550" y="5181600"/>
            <a:ext cx="215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진행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8718550" y="5410200"/>
            <a:ext cx="222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무대운영팀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F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d4824d1a-d19e-5bee-9489-6869dd4e929e/scratchpad/pp/fr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06500" y="12446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spc="300" kern="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CONTENTS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1206500" y="14732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목차</a:t>
            </a:r>
            <a:endParaRPr lang="en-US" sz="3600" dirty="0"/>
          </a:p>
        </p:txBody>
      </p:sp>
      <p:pic>
        <p:nvPicPr>
          <p:cNvPr id="5" name="Image 1" descr="/tmp/claude-0/-home-user--/d4824d1a-d19e-5bee-9489-6869dd4e929e/scratchpad/pp/d-bloc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500" y="3556000"/>
            <a:ext cx="3556000" cy="1941843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715000" y="1358900"/>
            <a:ext cx="5270500" cy="0"/>
          </a:xfrm>
          <a:prstGeom prst="line">
            <a:avLst/>
          </a:prstGeom>
          <a:noFill/>
          <a:ln w="15875">
            <a:solidFill>
              <a:srgbClr val="1A1414"/>
            </a:solidFill>
            <a:prstDash val="dash"/>
          </a:ln>
        </p:spPr>
      </p:sp>
      <p:sp>
        <p:nvSpPr>
          <p:cNvPr id="7" name="Shape 3"/>
          <p:cNvSpPr/>
          <p:nvPr/>
        </p:nvSpPr>
        <p:spPr>
          <a:xfrm>
            <a:off x="5715000" y="1504950"/>
            <a:ext cx="330200" cy="330200"/>
          </a:xfrm>
          <a:prstGeom prst="ellipse">
            <a:avLst/>
          </a:prstGeom>
          <a:solidFill>
            <a:srgbClr val="DA619A"/>
          </a:solidFill>
          <a:ln w="12700">
            <a:solidFill>
              <a:srgbClr val="DA619A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715000" y="150495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01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286500" y="1358900"/>
            <a:ext cx="46990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INFORMATION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5715000" y="1981200"/>
            <a:ext cx="52705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715000" y="2127250"/>
            <a:ext cx="330200" cy="330200"/>
          </a:xfrm>
          <a:prstGeom prst="ellipse">
            <a:avLst/>
          </a:prstGeom>
          <a:solidFill>
            <a:srgbClr val="B3D8AB"/>
          </a:solidFill>
          <a:ln w="12700">
            <a:solidFill>
              <a:srgbClr val="B3D8A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715000" y="212725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286500" y="1981200"/>
            <a:ext cx="46990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컨셉 안내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715000" y="2603500"/>
            <a:ext cx="52705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715000" y="2749550"/>
            <a:ext cx="330200" cy="330200"/>
          </a:xfrm>
          <a:prstGeom prst="ellipse">
            <a:avLst/>
          </a:prstGeom>
          <a:solidFill>
            <a:srgbClr val="8F98C6"/>
          </a:solidFill>
          <a:ln w="12700">
            <a:solidFill>
              <a:srgbClr val="8F98C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715000" y="274955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03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6286500" y="2603500"/>
            <a:ext cx="46990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무대 세부 타임라인</a:t>
            </a:r>
            <a:endParaRPr lang="en-US" sz="1900" dirty="0"/>
          </a:p>
        </p:txBody>
      </p:sp>
      <p:sp>
        <p:nvSpPr>
          <p:cNvPr id="18" name="Shape 14"/>
          <p:cNvSpPr/>
          <p:nvPr/>
        </p:nvSpPr>
        <p:spPr>
          <a:xfrm>
            <a:off x="5715000" y="3225800"/>
            <a:ext cx="52705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715000" y="3371850"/>
            <a:ext cx="330200" cy="330200"/>
          </a:xfrm>
          <a:prstGeom prst="ellipse">
            <a:avLst/>
          </a:prstGeom>
          <a:solidFill>
            <a:srgbClr val="E7DB8E"/>
          </a:solidFill>
          <a:ln w="12700">
            <a:solidFill>
              <a:srgbClr val="E7DB8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715000" y="337185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04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6286500" y="3225800"/>
            <a:ext cx="46990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요청사항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5715000" y="3848100"/>
            <a:ext cx="52705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715000" y="3994150"/>
            <a:ext cx="330200" cy="330200"/>
          </a:xfrm>
          <a:prstGeom prst="ellipse">
            <a:avLst/>
          </a:prstGeom>
          <a:solidFill>
            <a:srgbClr val="DA619A"/>
          </a:solidFill>
          <a:ln w="12700">
            <a:solidFill>
              <a:srgbClr val="DA619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715000" y="399415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05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286500" y="3848100"/>
            <a:ext cx="46990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동아리 공연 순서 발표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715000" y="4470400"/>
            <a:ext cx="52705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715000" y="4616450"/>
            <a:ext cx="330200" cy="330200"/>
          </a:xfrm>
          <a:prstGeom prst="ellipse">
            <a:avLst/>
          </a:prstGeom>
          <a:solidFill>
            <a:srgbClr val="B3D8AB"/>
          </a:solidFill>
          <a:ln w="12700">
            <a:solidFill>
              <a:srgbClr val="B3D8AB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715000" y="461645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6286500" y="4470400"/>
            <a:ext cx="46990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사회자 멘트 종합 공지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715000" y="5092700"/>
            <a:ext cx="52705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715000" y="5238750"/>
            <a:ext cx="330200" cy="330200"/>
          </a:xfrm>
          <a:prstGeom prst="ellipse">
            <a:avLst/>
          </a:prstGeom>
          <a:solidFill>
            <a:srgbClr val="8F98C6"/>
          </a:solidFill>
          <a:ln w="12700">
            <a:solidFill>
              <a:srgbClr val="8F98C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715000" y="523875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07</a:t>
            </a:r>
            <a:endParaRPr lang="en-US" sz="1050" dirty="0"/>
          </a:p>
        </p:txBody>
      </p:sp>
      <p:sp>
        <p:nvSpPr>
          <p:cNvPr id="33" name="Text 29"/>
          <p:cNvSpPr txBox="1"/>
          <p:nvPr/>
        </p:nvSpPr>
        <p:spPr>
          <a:xfrm>
            <a:off x="6286500" y="5092700"/>
            <a:ext cx="46990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Q&amp;A</a:t>
            </a:r>
            <a:endParaRPr lang="en-US" sz="1900" dirty="0"/>
          </a:p>
        </p:txBody>
      </p:sp>
      <p:sp>
        <p:nvSpPr>
          <p:cNvPr id="34" name="Shape 30"/>
          <p:cNvSpPr/>
          <p:nvPr/>
        </p:nvSpPr>
        <p:spPr>
          <a:xfrm>
            <a:off x="5715000" y="5715000"/>
            <a:ext cx="52705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206500" y="5867400"/>
            <a:ext cx="5715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 꿈이 다 있네 · 동아리 공연 사전 OT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9715500" y="5867400"/>
            <a:ext cx="127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02</a:t>
            </a:r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49D99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 / 11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F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d4824d1a-d19e-5bee-9489-6869dd4e929e/scratchpad/pp/fr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206500" y="1301750"/>
            <a:ext cx="101600" cy="101600"/>
          </a:xfrm>
          <a:prstGeom prst="ellipse">
            <a:avLst/>
          </a:prstGeom>
          <a:solidFill>
            <a:srgbClr val="DA619A"/>
          </a:solidFill>
          <a:ln w="12700">
            <a:solidFill>
              <a:srgbClr val="DA619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397000" y="12446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300" kern="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01   </a:t>
            </a:r>
            <a:pPr algn="l" indent="0" marL="0">
              <a:lnSpc>
                <a:spcPct val="100000"/>
              </a:lnSpc>
              <a:buNone/>
            </a:pPr>
            <a:r>
              <a:rPr lang="en-US" sz="1050" spc="300" kern="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INFORMATION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1206500" y="14732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INFORMATION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413000"/>
            <a:ext cx="4064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13</a:t>
            </a:r>
            <a:pPr algn="l"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 팀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1206500" y="4521200"/>
            <a:ext cx="3810000" cy="0"/>
          </a:xfrm>
          <a:prstGeom prst="line">
            <a:avLst/>
          </a:prstGeom>
          <a:noFill/>
          <a:ln w="15875">
            <a:solidFill>
              <a:srgbClr val="1A1414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1206500" y="46609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참가 동아리  </a:t>
            </a:r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총 13개 팀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715000" y="2489200"/>
            <a:ext cx="5270500" cy="0"/>
          </a:xfrm>
          <a:prstGeom prst="line">
            <a:avLst/>
          </a:prstGeom>
          <a:noFill/>
          <a:ln w="15875">
            <a:solidFill>
              <a:srgbClr val="1A1414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715000" y="26797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타이틀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048500" y="2641600"/>
            <a:ext cx="393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 꿈이 다 있네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715000" y="3200400"/>
            <a:ext cx="52705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715000" y="33909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리허설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048500" y="3352800"/>
            <a:ext cx="393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DAY2  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11.05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715000" y="3911600"/>
            <a:ext cx="52705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15000" y="41021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공연 일정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048500" y="4064000"/>
            <a:ext cx="3937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DAY2  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11.05 · 18:00 – 20:00</a:t>
            </a:r>
            <a:endParaRPr lang="en-US" sz="2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DAY3  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11.06 · 17:45 – 19:30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5715000" y="4991100"/>
            <a:ext cx="52705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06500" y="5867400"/>
            <a:ext cx="5715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 꿈이 다 있네 · 동아리 공연 사전 OT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715500" y="5867400"/>
            <a:ext cx="127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03</a:t>
            </a:r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49D99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 / 11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F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d4824d1a-d19e-5bee-9489-6869dd4e929e/scratchpad/pp/fr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206500" y="1301750"/>
            <a:ext cx="101600" cy="101600"/>
          </a:xfrm>
          <a:prstGeom prst="ellipse">
            <a:avLst/>
          </a:prstGeom>
          <a:solidFill>
            <a:srgbClr val="B3D8AB"/>
          </a:solidFill>
          <a:ln w="12700">
            <a:solidFill>
              <a:srgbClr val="B3D8A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397000" y="12446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300" kern="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02   </a:t>
            </a:r>
            <a:pPr algn="l" indent="0" marL="0">
              <a:lnSpc>
                <a:spcPct val="100000"/>
              </a:lnSpc>
              <a:buNone/>
            </a:pPr>
            <a:r>
              <a:rPr lang="en-US" sz="1050" spc="300" kern="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CONCEPT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1206500" y="14732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컨셉 안내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1206500" y="2540000"/>
            <a:ext cx="495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동아리원 한 사람 한 사람은 </a:t>
            </a:r>
            <a:pPr algn="l" indent="0" marL="0">
              <a:lnSpc>
                <a:spcPct val="150000"/>
              </a:lnSpc>
              <a:buNone/>
            </a:pPr>
            <a:r>
              <a:rPr lang="en-US" sz="1500" u="heavy" dirty="0">
                <a:solidFill>
                  <a:srgbClr val="1A1414"/>
                </a:solidFill>
                <a:uFill>
                  <a:solidFill>
                    <a:srgbClr val="E7DB8E"/>
                  </a:solidFill>
                </a:u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</a:t>
            </a:r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, 동아리는 </a:t>
            </a:r>
            <a:pPr algn="l" indent="0" marL="0">
              <a:lnSpc>
                <a:spcPct val="150000"/>
              </a:lnSpc>
              <a:buNone/>
            </a:pPr>
            <a:r>
              <a:rPr lang="en-US" sz="1500" u="heavy" dirty="0">
                <a:solidFill>
                  <a:srgbClr val="1A1414"/>
                </a:solidFill>
                <a:uFill>
                  <a:solidFill>
                    <a:srgbClr val="8F98C6"/>
                  </a:solidFill>
                </a:u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별자리</a:t>
            </a:r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.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별자리가 모여 </a:t>
            </a:r>
            <a:pPr algn="l" indent="0" marL="0">
              <a:lnSpc>
                <a:spcPct val="150000"/>
              </a:lnSpc>
              <a:buNone/>
            </a:pPr>
            <a:r>
              <a:rPr lang="en-US" sz="1500" u="heavy" dirty="0">
                <a:solidFill>
                  <a:srgbClr val="1A1414"/>
                </a:solidFill>
                <a:uFill>
                  <a:solidFill>
                    <a:srgbClr val="DA619A"/>
                  </a:solidFill>
                </a:u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한동의 밤하늘</a:t>
            </a:r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을 채웁니다.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206500" y="3505200"/>
            <a:ext cx="4826000" cy="0"/>
          </a:xfrm>
          <a:prstGeom prst="line">
            <a:avLst/>
          </a:prstGeom>
          <a:noFill/>
          <a:ln w="15875">
            <a:solidFill>
              <a:srgbClr val="1A1414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1206500" y="3505200"/>
            <a:ext cx="444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651000" y="3505200"/>
            <a:ext cx="952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2603500" y="3505200"/>
            <a:ext cx="3429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동아리원 개개인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206500" y="4089400"/>
            <a:ext cx="48260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06500" y="4089400"/>
            <a:ext cx="444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651000" y="4089400"/>
            <a:ext cx="952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별자리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2603500" y="4089400"/>
            <a:ext cx="3429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하나의 동아리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206500" y="4673600"/>
            <a:ext cx="48260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06500" y="4673600"/>
            <a:ext cx="444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651000" y="4673600"/>
            <a:ext cx="952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밤하늘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2603500" y="4673600"/>
            <a:ext cx="3429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별자리가 함께 채우는 한동의 무대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1206500" y="5257800"/>
            <a:ext cx="48260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pic>
        <p:nvPicPr>
          <p:cNvPr id="20" name="Image 1" descr="/tmp/claude-0/-home-user--/d4824d1a-d19e-5bee-9489-6869dd4e929e/scratchpad/pp/constella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4500" y="1358900"/>
            <a:ext cx="4191000" cy="41910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794500" y="5626100"/>
            <a:ext cx="419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동아리 공연 별자리 예시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1206500" y="5867400"/>
            <a:ext cx="5715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 꿈이 다 있네 · 동아리 공연 사전 OT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9715500" y="5867400"/>
            <a:ext cx="127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04</a:t>
            </a:r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49D99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 / 11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F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d4824d1a-d19e-5bee-9489-6869dd4e929e/scratchpad/pp/fr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206500" y="1301750"/>
            <a:ext cx="101600" cy="101600"/>
          </a:xfrm>
          <a:prstGeom prst="ellipse">
            <a:avLst/>
          </a:prstGeom>
          <a:solidFill>
            <a:srgbClr val="8F98C6"/>
          </a:solidFill>
          <a:ln w="12700">
            <a:solidFill>
              <a:srgbClr val="8F98C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397000" y="12446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300" kern="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03   </a:t>
            </a:r>
            <a:pPr algn="l" indent="0" marL="0">
              <a:lnSpc>
                <a:spcPct val="100000"/>
              </a:lnSpc>
              <a:buNone/>
            </a:pPr>
            <a:r>
              <a:rPr lang="en-US" sz="1050" spc="300" kern="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TIMELINE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1206500" y="14732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무대 세부 타임라인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9080500" y="15621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동아리별 무대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9080500" y="1752600"/>
            <a:ext cx="190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15</a:t>
            </a:r>
            <a:pPr algn="r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 분</a:t>
            </a:r>
            <a:endParaRPr lang="en-US" sz="4200" dirty="0"/>
          </a:p>
        </p:txBody>
      </p:sp>
      <p:sp>
        <p:nvSpPr>
          <p:cNvPr id="8" name="Shape 5"/>
          <p:cNvSpPr/>
          <p:nvPr/>
        </p:nvSpPr>
        <p:spPr>
          <a:xfrm>
            <a:off x="1206500" y="2540000"/>
            <a:ext cx="1955800" cy="762000"/>
          </a:xfrm>
          <a:prstGeom prst="rect">
            <a:avLst/>
          </a:prstGeom>
          <a:solidFill>
            <a:srgbClr val="DA619A"/>
          </a:solidFill>
          <a:ln w="19050">
            <a:solidFill>
              <a:srgbClr val="1A141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58900" y="2616200"/>
            <a:ext cx="1765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3</a:t>
            </a:r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 분</a:t>
            </a:r>
            <a:endParaRPr lang="en-US" sz="27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3035300"/>
            <a:ext cx="1765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오프닝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162300" y="2540000"/>
            <a:ext cx="6519333" cy="762000"/>
          </a:xfrm>
          <a:prstGeom prst="rect">
            <a:avLst/>
          </a:prstGeom>
          <a:solidFill>
            <a:srgbClr val="B3D8AB"/>
          </a:solidFill>
          <a:ln w="19050">
            <a:solidFill>
              <a:srgbClr val="1A141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14700" y="2616200"/>
            <a:ext cx="632883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10</a:t>
            </a:r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 분</a:t>
            </a:r>
            <a:endParaRPr lang="en-US" sz="2700" dirty="0"/>
          </a:p>
        </p:txBody>
      </p:sp>
      <p:sp>
        <p:nvSpPr>
          <p:cNvPr id="13" name="Text 10"/>
          <p:cNvSpPr txBox="1"/>
          <p:nvPr/>
        </p:nvSpPr>
        <p:spPr>
          <a:xfrm>
            <a:off x="3327400" y="3035300"/>
            <a:ext cx="63288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동아리 공연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81633" y="2540000"/>
            <a:ext cx="1303867" cy="762000"/>
          </a:xfrm>
          <a:prstGeom prst="rect">
            <a:avLst/>
          </a:prstGeom>
          <a:solidFill>
            <a:srgbClr val="8F98C6"/>
          </a:solidFill>
          <a:ln w="19050">
            <a:solidFill>
              <a:srgbClr val="1A141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834033" y="2616200"/>
            <a:ext cx="11133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2</a:t>
            </a:r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 분</a:t>
            </a:r>
            <a:endParaRPr lang="en-US" sz="2700" dirty="0"/>
          </a:p>
        </p:txBody>
      </p:sp>
      <p:sp>
        <p:nvSpPr>
          <p:cNvPr id="16" name="Text 13"/>
          <p:cNvSpPr txBox="1"/>
          <p:nvPr/>
        </p:nvSpPr>
        <p:spPr>
          <a:xfrm>
            <a:off x="9846733" y="3035300"/>
            <a:ext cx="11133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인사·퇴장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206500" y="3390900"/>
            <a:ext cx="0" cy="63500"/>
          </a:xfrm>
          <a:prstGeom prst="line">
            <a:avLst/>
          </a:prstGeom>
          <a:noFill/>
          <a:ln w="15875">
            <a:solidFill>
              <a:srgbClr val="1A141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6000" y="347980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0′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162300" y="3390900"/>
            <a:ext cx="0" cy="63500"/>
          </a:xfrm>
          <a:prstGeom prst="line">
            <a:avLst/>
          </a:prstGeom>
          <a:noFill/>
          <a:ln w="15875">
            <a:solidFill>
              <a:srgbClr val="1A141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347980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3′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9681633" y="3390900"/>
            <a:ext cx="0" cy="63500"/>
          </a:xfrm>
          <a:prstGeom prst="line">
            <a:avLst/>
          </a:prstGeom>
          <a:noFill/>
          <a:ln w="15875">
            <a:solidFill>
              <a:srgbClr val="1A141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1133" y="347980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13′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10985500" y="3390900"/>
            <a:ext cx="0" cy="63500"/>
          </a:xfrm>
          <a:prstGeom prst="line">
            <a:avLst/>
          </a:prstGeom>
          <a:noFill/>
          <a:ln w="15875">
            <a:solidFill>
              <a:srgbClr val="1A141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795000" y="347980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15′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1206500" y="4000500"/>
            <a:ext cx="88900" cy="88900"/>
          </a:xfrm>
          <a:prstGeom prst="ellipse">
            <a:avLst/>
          </a:prstGeom>
          <a:solidFill>
            <a:srgbClr val="DA619A"/>
          </a:solidFill>
          <a:ln w="12700">
            <a:solidFill>
              <a:srgbClr val="DA619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371600" y="3911600"/>
            <a:ext cx="2260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3.1  </a:t>
            </a:r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오프닝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3594100" y="394970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3분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206500" y="4229100"/>
            <a:ext cx="3022600" cy="0"/>
          </a:xfrm>
          <a:prstGeom prst="line">
            <a:avLst/>
          </a:prstGeom>
          <a:noFill/>
          <a:ln w="15875">
            <a:solidFill>
              <a:srgbClr val="1A1414"/>
            </a:solidFill>
            <a:prstDash val="dash"/>
          </a:ln>
        </p:spPr>
      </p:sp>
      <p:sp>
        <p:nvSpPr>
          <p:cNvPr id="29" name="Text 26"/>
          <p:cNvSpPr txBox="1"/>
          <p:nvPr/>
        </p:nvSpPr>
        <p:spPr>
          <a:xfrm>
            <a:off x="1206500" y="4343400"/>
            <a:ext cx="30226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약 45초 로고 애니메이션 재생</a:t>
            </a:r>
            <a:endParaRPr lang="en-US" sz="1250" dirty="0"/>
          </a:p>
          <a:p>
            <a:pPr algn="l" lvl="1"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별자리 애니메이션</a:t>
            </a:r>
            <a:endParaRPr lang="en-US" sz="1250" dirty="0"/>
          </a:p>
          <a:p>
            <a:pPr algn="l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동아리 소개 및 꿈 소개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584700" y="4000500"/>
            <a:ext cx="88900" cy="88900"/>
          </a:xfrm>
          <a:prstGeom prst="ellipse">
            <a:avLst/>
          </a:prstGeom>
          <a:solidFill>
            <a:srgbClr val="B3D8AB"/>
          </a:solidFill>
          <a:ln w="12700">
            <a:solidFill>
              <a:srgbClr val="B3D8A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49800" y="3911600"/>
            <a:ext cx="2260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3.2  </a:t>
            </a:r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동아리 공연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6972300" y="394970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10분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584700" y="4229100"/>
            <a:ext cx="3022600" cy="0"/>
          </a:xfrm>
          <a:prstGeom prst="line">
            <a:avLst/>
          </a:prstGeom>
          <a:noFill/>
          <a:ln w="15875">
            <a:solidFill>
              <a:srgbClr val="1A1414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4584700" y="4343400"/>
            <a:ext cx="30226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동아리 자체 기획으로 진행</a:t>
            </a:r>
            <a:endParaRPr lang="en-US" sz="1250" dirty="0"/>
          </a:p>
          <a:p>
            <a:pPr algn="l" marL="177800" indent="-177800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한동의 정서에 반(反)하지 않는 공연 기획</a:t>
            </a:r>
            <a:endParaRPr lang="en-US" sz="1250" dirty="0"/>
          </a:p>
          <a:p>
            <a:pPr algn="l" lvl="1"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ex) 곡 선정, 퍼포먼스</a:t>
            </a:r>
            <a:endParaRPr lang="en-US" sz="1250" dirty="0"/>
          </a:p>
          <a:p>
            <a:pPr algn="l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굿즈 공지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7962900" y="4000500"/>
            <a:ext cx="88900" cy="88900"/>
          </a:xfrm>
          <a:prstGeom prst="ellipse">
            <a:avLst/>
          </a:prstGeom>
          <a:solidFill>
            <a:srgbClr val="8F98C6"/>
          </a:solidFill>
          <a:ln w="12700">
            <a:solidFill>
              <a:srgbClr val="8F98C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28000" y="3911600"/>
            <a:ext cx="2260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3.3  </a:t>
            </a:r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인사 및 퇴장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10350500" y="394970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2분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7962900" y="4229100"/>
            <a:ext cx="3022600" cy="0"/>
          </a:xfrm>
          <a:prstGeom prst="line">
            <a:avLst/>
          </a:prstGeom>
          <a:noFill/>
          <a:ln w="15875">
            <a:solidFill>
              <a:srgbClr val="1A1414"/>
            </a:solidFill>
            <a:prstDash val="dash"/>
          </a:ln>
        </p:spPr>
      </p:sp>
      <p:sp>
        <p:nvSpPr>
          <p:cNvPr id="39" name="Text 36"/>
          <p:cNvSpPr txBox="1"/>
          <p:nvPr/>
        </p:nvSpPr>
        <p:spPr>
          <a:xfrm>
            <a:off x="7962900" y="4343400"/>
            <a:ext cx="30226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퇴장 시 유의사항</a:t>
            </a:r>
            <a:endParaRPr lang="en-US" sz="1250" dirty="0"/>
          </a:p>
          <a:p>
            <a:pPr algn="l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딜레이를 방지하여 빠르게 퇴장</a:t>
            </a:r>
            <a:endParaRPr lang="en-US" sz="1250" dirty="0"/>
          </a:p>
        </p:txBody>
      </p:sp>
      <p:sp>
        <p:nvSpPr>
          <p:cNvPr id="40" name="Text 37"/>
          <p:cNvSpPr txBox="1"/>
          <p:nvPr/>
        </p:nvSpPr>
        <p:spPr>
          <a:xfrm>
            <a:off x="1206500" y="5867400"/>
            <a:ext cx="5715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 꿈이 다 있네 · 동아리 공연 사전 OT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9715500" y="5867400"/>
            <a:ext cx="127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05</a:t>
            </a:r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49D99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 / 11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F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d4824d1a-d19e-5bee-9489-6869dd4e929e/scratchpad/pp/fr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206500" y="1301750"/>
            <a:ext cx="101600" cy="101600"/>
          </a:xfrm>
          <a:prstGeom prst="ellipse">
            <a:avLst/>
          </a:prstGeom>
          <a:solidFill>
            <a:srgbClr val="E7DB8E"/>
          </a:solidFill>
          <a:ln w="12700">
            <a:solidFill>
              <a:srgbClr val="E7DB8E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397000" y="12446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300" kern="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04   </a:t>
            </a:r>
            <a:pPr algn="l" indent="0" marL="0">
              <a:lnSpc>
                <a:spcPct val="100000"/>
              </a:lnSpc>
              <a:buNone/>
            </a:pPr>
            <a:r>
              <a:rPr lang="en-US" sz="1050" spc="300" kern="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REQUESTS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1206500" y="14732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요청사항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206500" y="2489200"/>
            <a:ext cx="4635500" cy="0"/>
          </a:xfrm>
          <a:prstGeom prst="line">
            <a:avLst/>
          </a:prstGeom>
          <a:noFill/>
          <a:ln w="15875">
            <a:solidFill>
              <a:srgbClr val="1A1414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6350000" y="2489200"/>
            <a:ext cx="4635500" cy="0"/>
          </a:xfrm>
          <a:prstGeom prst="line">
            <a:avLst/>
          </a:prstGeom>
          <a:noFill/>
          <a:ln w="15875">
            <a:solidFill>
              <a:srgbClr val="1A1414"/>
            </a:solidFill>
            <a:prstDash val="dash"/>
          </a:ln>
        </p:spPr>
      </p:sp>
      <p:pic>
        <p:nvPicPr>
          <p:cNvPr id="8" name="Image 1" descr="/tmp/claude-0/-home-user--/d4824d1a-d19e-5bee-9489-6869dd4e929e/scratchpad/pp/bub-p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500" y="2705100"/>
            <a:ext cx="4445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06500" y="270510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816100" y="2679700"/>
            <a:ext cx="4025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동아리 꿈 소개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816100" y="3098800"/>
            <a:ext cx="402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오프닝에서 소개할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우리 동아리의 꿈을 준비해주세요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1206500" y="4140200"/>
            <a:ext cx="46355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pic>
        <p:nvPicPr>
          <p:cNvPr id="13" name="Image 2" descr="/tmp/claude-0/-home-user--/d4824d1a-d19e-5bee-9489-6869dd4e929e/scratchpad/pp/bub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2705100"/>
            <a:ext cx="444500" cy="4572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350000" y="270510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6959600" y="2679700"/>
            <a:ext cx="4025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제출 파일 안내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6959600" y="3124200"/>
            <a:ext cx="609600" cy="241300"/>
          </a:xfrm>
          <a:prstGeom prst="roundRect">
            <a:avLst>
              <a:gd name="adj" fmla="val 49263"/>
            </a:avLst>
          </a:prstGeom>
          <a:solidFill>
            <a:srgbClr val="F0EFEE"/>
          </a:solidFill>
          <a:ln w="12700">
            <a:solidFill>
              <a:srgbClr val="1A1414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959600" y="3124200"/>
            <a:ext cx="6096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큐시트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632700" y="3124200"/>
            <a:ext cx="889000" cy="241300"/>
          </a:xfrm>
          <a:prstGeom prst="roundRect">
            <a:avLst>
              <a:gd name="adj" fmla="val 49263"/>
            </a:avLst>
          </a:prstGeom>
          <a:solidFill>
            <a:srgbClr val="F0EFEE"/>
          </a:solidFill>
          <a:ln w="12700">
            <a:solidFill>
              <a:srgbClr val="1A1414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632700" y="3124200"/>
            <a:ext cx="889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스크립트*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585200" y="3124200"/>
            <a:ext cx="1028700" cy="241300"/>
          </a:xfrm>
          <a:prstGeom prst="roundRect">
            <a:avLst>
              <a:gd name="adj" fmla="val 49263"/>
            </a:avLst>
          </a:prstGeom>
          <a:solidFill>
            <a:srgbClr val="F0EFEE"/>
          </a:solidFill>
          <a:ln w="12700">
            <a:solidFill>
              <a:srgbClr val="1A1414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585200" y="3124200"/>
            <a:ext cx="1028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장비 리스트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9677400" y="3124200"/>
            <a:ext cx="889000" cy="241300"/>
          </a:xfrm>
          <a:prstGeom prst="roundRect">
            <a:avLst>
              <a:gd name="adj" fmla="val 49263"/>
            </a:avLst>
          </a:prstGeom>
          <a:solidFill>
            <a:srgbClr val="F0EFEE"/>
          </a:solidFill>
          <a:ln w="12700">
            <a:solidFill>
              <a:srgbClr val="1A1414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9677400" y="3124200"/>
            <a:ext cx="889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음원 파일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959600" y="3416300"/>
            <a:ext cx="1028700" cy="241300"/>
          </a:xfrm>
          <a:prstGeom prst="roundRect">
            <a:avLst>
              <a:gd name="adj" fmla="val 49263"/>
            </a:avLst>
          </a:prstGeom>
          <a:solidFill>
            <a:srgbClr val="F0EFEE"/>
          </a:solidFill>
          <a:ln w="12700">
            <a:solidFill>
              <a:srgbClr val="1A1414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959600" y="3416300"/>
            <a:ext cx="1028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가사 PPT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6959600" y="3759200"/>
            <a:ext cx="2286000" cy="266700"/>
          </a:xfrm>
          <a:prstGeom prst="rect">
            <a:avLst/>
          </a:prstGeom>
          <a:solidFill>
            <a:srgbClr val="E7DB8E"/>
          </a:solidFill>
          <a:ln w="12700">
            <a:solidFill>
              <a:srgbClr val="E7DB8E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7048500" y="3759200"/>
            <a:ext cx="2159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제출 기한 : __월 __일까지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350000" y="4140200"/>
            <a:ext cx="46355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pic>
        <p:nvPicPr>
          <p:cNvPr id="29" name="Image 3" descr="/tmp/claude-0/-home-user--/d4824d1a-d19e-5bee-9489-6869dd4e929e/scratchpad/pp/bub-purp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4356100"/>
            <a:ext cx="4445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206500" y="435610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03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1816100" y="4330700"/>
            <a:ext cx="4025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공지 및 안내 필독</a:t>
            </a:r>
            <a:endParaRPr lang="en-US" sz="2000" dirty="0"/>
          </a:p>
        </p:txBody>
      </p:sp>
      <p:sp>
        <p:nvSpPr>
          <p:cNvPr id="32" name="Text 26"/>
          <p:cNvSpPr txBox="1"/>
          <p:nvPr/>
        </p:nvSpPr>
        <p:spPr>
          <a:xfrm>
            <a:off x="1816100" y="4749800"/>
            <a:ext cx="402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무대운영팀의 공지와 안내를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꼭 확인해주세요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1206500" y="5791200"/>
            <a:ext cx="46355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pic>
        <p:nvPicPr>
          <p:cNvPr id="34" name="Image 4" descr="/tmp/claude-0/-home-user--/d4824d1a-d19e-5bee-9489-6869dd4e929e/scratchpad/pp/bub-yello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0" y="4356100"/>
            <a:ext cx="444500" cy="4572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6350000" y="435610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04</a:t>
            </a:r>
            <a:endParaRPr lang="en-US" sz="1100" dirty="0"/>
          </a:p>
        </p:txBody>
      </p:sp>
      <p:sp>
        <p:nvSpPr>
          <p:cNvPr id="36" name="Text 29"/>
          <p:cNvSpPr txBox="1"/>
          <p:nvPr/>
        </p:nvSpPr>
        <p:spPr>
          <a:xfrm>
            <a:off x="6959600" y="4330700"/>
            <a:ext cx="4025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리허설 일정 체크</a:t>
            </a:r>
            <a:endParaRPr lang="en-US" sz="2000" dirty="0"/>
          </a:p>
        </p:txBody>
      </p:sp>
      <p:sp>
        <p:nvSpPr>
          <p:cNvPr id="37" name="Text 30"/>
          <p:cNvSpPr txBox="1"/>
          <p:nvPr/>
        </p:nvSpPr>
        <p:spPr>
          <a:xfrm>
            <a:off x="6959600" y="4749800"/>
            <a:ext cx="402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DAY2 · 11.05 리허설 일정을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미리 확인해주세요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6350000" y="5791200"/>
            <a:ext cx="463550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206500" y="5867400"/>
            <a:ext cx="5715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 꿈이 다 있네 · 동아리 공연 사전 OT</a:t>
            </a:r>
            <a:endParaRPr lang="en-US" sz="950" dirty="0"/>
          </a:p>
        </p:txBody>
      </p:sp>
      <p:sp>
        <p:nvSpPr>
          <p:cNvPr id="40" name="Text 33"/>
          <p:cNvSpPr txBox="1"/>
          <p:nvPr/>
        </p:nvSpPr>
        <p:spPr>
          <a:xfrm>
            <a:off x="9715500" y="5867400"/>
            <a:ext cx="127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06</a:t>
            </a:r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49D99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 / 11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F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d4824d1a-d19e-5bee-9489-6869dd4e929e/scratchpad/pp/fr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206500" y="1301750"/>
            <a:ext cx="101600" cy="101600"/>
          </a:xfrm>
          <a:prstGeom prst="ellipse">
            <a:avLst/>
          </a:prstGeom>
          <a:solidFill>
            <a:srgbClr val="E7DB8E"/>
          </a:solidFill>
          <a:ln w="12700">
            <a:solidFill>
              <a:srgbClr val="E7DB8E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397000" y="12446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300" kern="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04   </a:t>
            </a:r>
            <a:pPr algn="l" indent="0" marL="0">
              <a:lnSpc>
                <a:spcPct val="100000"/>
              </a:lnSpc>
              <a:buNone/>
            </a:pPr>
            <a:r>
              <a:rPr lang="en-US" sz="1050" spc="300" kern="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CUE SHEET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1206500" y="14732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큐시트 예시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0045700" y="1828800"/>
            <a:ext cx="939800" cy="228600"/>
          </a:xfrm>
          <a:prstGeom prst="roundRect">
            <a:avLst>
              <a:gd name="adj" fmla="val 48000"/>
            </a:avLst>
          </a:prstGeom>
          <a:solidFill>
            <a:srgbClr val="F0EFEE"/>
          </a:solidFill>
          <a:ln w="12700">
            <a:solidFill>
              <a:srgbClr val="1A141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45700" y="1828800"/>
            <a:ext cx="93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가사 PPT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169400" y="1828800"/>
            <a:ext cx="812800" cy="228600"/>
          </a:xfrm>
          <a:prstGeom prst="roundRect">
            <a:avLst>
              <a:gd name="adj" fmla="val 48000"/>
            </a:avLst>
          </a:prstGeom>
          <a:solidFill>
            <a:srgbClr val="F0EFEE"/>
          </a:solidFill>
          <a:ln w="12700">
            <a:solidFill>
              <a:srgbClr val="1A141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69400" y="1828800"/>
            <a:ext cx="81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음원 파일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166100" y="1828800"/>
            <a:ext cx="939800" cy="228600"/>
          </a:xfrm>
          <a:prstGeom prst="roundRect">
            <a:avLst>
              <a:gd name="adj" fmla="val 48000"/>
            </a:avLst>
          </a:prstGeom>
          <a:solidFill>
            <a:srgbClr val="F0EFEE"/>
          </a:solidFill>
          <a:ln w="12700">
            <a:solidFill>
              <a:srgbClr val="1A141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66100" y="1828800"/>
            <a:ext cx="93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장비 리스트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289800" y="1828800"/>
            <a:ext cx="812800" cy="228600"/>
          </a:xfrm>
          <a:prstGeom prst="roundRect">
            <a:avLst>
              <a:gd name="adj" fmla="val 48000"/>
            </a:avLst>
          </a:prstGeom>
          <a:solidFill>
            <a:srgbClr val="F0EFEE"/>
          </a:solidFill>
          <a:ln w="12700">
            <a:solidFill>
              <a:srgbClr val="1A141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289800" y="1828800"/>
            <a:ext cx="81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스크립트*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667500" y="1828800"/>
            <a:ext cx="558800" cy="228600"/>
          </a:xfrm>
          <a:prstGeom prst="roundRect">
            <a:avLst>
              <a:gd name="adj" fmla="val 48000"/>
            </a:avLst>
          </a:prstGeom>
          <a:solidFill>
            <a:srgbClr val="F0EFEE"/>
          </a:solidFill>
          <a:ln w="12700">
            <a:solidFill>
              <a:srgbClr val="1A141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67500" y="18288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큐시트</a:t>
            </a:r>
            <a:endParaRPr lang="en-US" sz="1000" dirty="0"/>
          </a:p>
        </p:txBody>
      </p:sp>
      <p:pic>
        <p:nvPicPr>
          <p:cNvPr id="16" name="Image 1" descr="큐시트 예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750" y="2235200"/>
            <a:ext cx="9080500" cy="35560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206500" y="5867400"/>
            <a:ext cx="5715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 꿈이 다 있네 · 동아리 공연 사전 OT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9715500" y="5867400"/>
            <a:ext cx="127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07</a:t>
            </a:r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49D99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 / 11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F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d4824d1a-d19e-5bee-9489-6869dd4e929e/scratchpad/pp/fr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206500" y="1301750"/>
            <a:ext cx="101600" cy="101600"/>
          </a:xfrm>
          <a:prstGeom prst="ellipse">
            <a:avLst/>
          </a:prstGeom>
          <a:solidFill>
            <a:srgbClr val="DA619A"/>
          </a:solidFill>
          <a:ln w="12700">
            <a:solidFill>
              <a:srgbClr val="DA619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397000" y="12446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300" kern="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05   </a:t>
            </a:r>
            <a:pPr algn="l" indent="0" marL="0">
              <a:lnSpc>
                <a:spcPct val="100000"/>
              </a:lnSpc>
              <a:buNone/>
            </a:pPr>
            <a:r>
              <a:rPr lang="en-US" sz="1050" spc="300" kern="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RUNNING ORDER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1206500" y="14732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동아리 공연 순서 발표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206500" y="2362200"/>
            <a:ext cx="609600" cy="254000"/>
          </a:xfrm>
          <a:prstGeom prst="rect">
            <a:avLst/>
          </a:prstGeom>
          <a:solidFill>
            <a:srgbClr val="DA619A"/>
          </a:solidFill>
          <a:ln w="12700">
            <a:solidFill>
              <a:srgbClr val="DA619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06500" y="2362200"/>
            <a:ext cx="609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DAY2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955800" y="23622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11.05 · 18:00 – 20:00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206500" y="2730500"/>
            <a:ext cx="4603750" cy="0"/>
          </a:xfrm>
          <a:prstGeom prst="line">
            <a:avLst/>
          </a:prstGeom>
          <a:noFill/>
          <a:ln w="15875">
            <a:solidFill>
              <a:srgbClr val="1A1414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1206500" y="2730500"/>
            <a:ext cx="4191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00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625600" y="2730500"/>
            <a:ext cx="418465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오프닝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1206500" y="3098800"/>
            <a:ext cx="460375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06500" y="3098800"/>
            <a:ext cx="4191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625600" y="3098800"/>
            <a:ext cx="418465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한동대학교 응원단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1206500" y="3467100"/>
            <a:ext cx="460375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06500" y="3467100"/>
            <a:ext cx="4191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625600" y="3467100"/>
            <a:ext cx="418465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지지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1206500" y="3835400"/>
            <a:ext cx="460375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06500" y="3835400"/>
            <a:ext cx="4191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625600" y="3835400"/>
            <a:ext cx="418465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한풍</a:t>
            </a:r>
            <a:endParaRPr lang="en-US" sz="1550" dirty="0"/>
          </a:p>
        </p:txBody>
      </p:sp>
      <p:sp>
        <p:nvSpPr>
          <p:cNvPr id="21" name="Shape 18"/>
          <p:cNvSpPr/>
          <p:nvPr/>
        </p:nvSpPr>
        <p:spPr>
          <a:xfrm>
            <a:off x="1206500" y="4203700"/>
            <a:ext cx="460375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06500" y="4203700"/>
            <a:ext cx="4191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625600" y="4203700"/>
            <a:ext cx="418465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NEO</a:t>
            </a:r>
            <a:endParaRPr lang="en-US" sz="1550" dirty="0"/>
          </a:p>
        </p:txBody>
      </p:sp>
      <p:sp>
        <p:nvSpPr>
          <p:cNvPr id="24" name="Shape 21"/>
          <p:cNvSpPr/>
          <p:nvPr/>
        </p:nvSpPr>
        <p:spPr>
          <a:xfrm>
            <a:off x="1206500" y="4572000"/>
            <a:ext cx="460375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206500" y="4572000"/>
            <a:ext cx="4191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625600" y="4572000"/>
            <a:ext cx="418465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지오</a:t>
            </a:r>
            <a:endParaRPr lang="en-US" sz="1550" dirty="0"/>
          </a:p>
        </p:txBody>
      </p:sp>
      <p:sp>
        <p:nvSpPr>
          <p:cNvPr id="27" name="Shape 24"/>
          <p:cNvSpPr/>
          <p:nvPr/>
        </p:nvSpPr>
        <p:spPr>
          <a:xfrm>
            <a:off x="1206500" y="4940300"/>
            <a:ext cx="460375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206500" y="4940300"/>
            <a:ext cx="4191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06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625600" y="4940300"/>
            <a:ext cx="418465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피치파이프</a:t>
            </a:r>
            <a:endParaRPr lang="en-US" sz="1550" dirty="0"/>
          </a:p>
        </p:txBody>
      </p:sp>
      <p:sp>
        <p:nvSpPr>
          <p:cNvPr id="30" name="Shape 27"/>
          <p:cNvSpPr/>
          <p:nvPr/>
        </p:nvSpPr>
        <p:spPr>
          <a:xfrm>
            <a:off x="1206500" y="5308600"/>
            <a:ext cx="460375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206500" y="5308600"/>
            <a:ext cx="4191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07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625600" y="5308600"/>
            <a:ext cx="418465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즉흥적 새벽 두 시</a:t>
            </a:r>
            <a:endParaRPr lang="en-US" sz="1550" dirty="0"/>
          </a:p>
        </p:txBody>
      </p:sp>
      <p:sp>
        <p:nvSpPr>
          <p:cNvPr id="33" name="Shape 30"/>
          <p:cNvSpPr/>
          <p:nvPr/>
        </p:nvSpPr>
        <p:spPr>
          <a:xfrm>
            <a:off x="1206500" y="5676900"/>
            <a:ext cx="460375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381750" y="2362200"/>
            <a:ext cx="609600" cy="254000"/>
          </a:xfrm>
          <a:prstGeom prst="rect">
            <a:avLst/>
          </a:prstGeom>
          <a:solidFill>
            <a:srgbClr val="8F98C6"/>
          </a:solidFill>
          <a:ln w="12700">
            <a:solidFill>
              <a:srgbClr val="8F98C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381750" y="2362200"/>
            <a:ext cx="609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DAY3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7131050" y="23622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11.06 · 17:45 – 19:30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6381750" y="2730500"/>
            <a:ext cx="4603750" cy="0"/>
          </a:xfrm>
          <a:prstGeom prst="line">
            <a:avLst/>
          </a:prstGeom>
          <a:noFill/>
          <a:ln w="15875">
            <a:solidFill>
              <a:srgbClr val="1A1414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381750" y="2730500"/>
            <a:ext cx="4191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00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6800850" y="2730500"/>
            <a:ext cx="418465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오프닝</a:t>
            </a:r>
            <a:endParaRPr lang="en-US" sz="1350" dirty="0"/>
          </a:p>
        </p:txBody>
      </p:sp>
      <p:sp>
        <p:nvSpPr>
          <p:cNvPr id="40" name="Shape 37"/>
          <p:cNvSpPr/>
          <p:nvPr/>
        </p:nvSpPr>
        <p:spPr>
          <a:xfrm>
            <a:off x="6381750" y="3098800"/>
            <a:ext cx="460375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381750" y="3098800"/>
            <a:ext cx="4191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01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800850" y="3098800"/>
            <a:ext cx="418465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천풍해세</a:t>
            </a:r>
            <a:endParaRPr lang="en-US" sz="1550" dirty="0"/>
          </a:p>
        </p:txBody>
      </p:sp>
      <p:sp>
        <p:nvSpPr>
          <p:cNvPr id="43" name="Shape 40"/>
          <p:cNvSpPr/>
          <p:nvPr/>
        </p:nvSpPr>
        <p:spPr>
          <a:xfrm>
            <a:off x="6381750" y="3467100"/>
            <a:ext cx="460375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381750" y="3467100"/>
            <a:ext cx="4191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02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6800850" y="3467100"/>
            <a:ext cx="418465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하향</a:t>
            </a:r>
            <a:endParaRPr lang="en-US" sz="1550" dirty="0"/>
          </a:p>
        </p:txBody>
      </p:sp>
      <p:sp>
        <p:nvSpPr>
          <p:cNvPr id="46" name="Shape 43"/>
          <p:cNvSpPr/>
          <p:nvPr/>
        </p:nvSpPr>
        <p:spPr>
          <a:xfrm>
            <a:off x="6381750" y="3835400"/>
            <a:ext cx="460375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81750" y="3835400"/>
            <a:ext cx="4191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03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6800850" y="3835400"/>
            <a:ext cx="418465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소울</a:t>
            </a:r>
            <a:endParaRPr lang="en-US" sz="1550" dirty="0"/>
          </a:p>
        </p:txBody>
      </p:sp>
      <p:sp>
        <p:nvSpPr>
          <p:cNvPr id="49" name="Shape 46"/>
          <p:cNvSpPr/>
          <p:nvPr/>
        </p:nvSpPr>
        <p:spPr>
          <a:xfrm>
            <a:off x="6381750" y="4203700"/>
            <a:ext cx="460375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381750" y="4203700"/>
            <a:ext cx="4191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04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6800850" y="4203700"/>
            <a:ext cx="418465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미르</a:t>
            </a:r>
            <a:endParaRPr lang="en-US" sz="1550" dirty="0"/>
          </a:p>
        </p:txBody>
      </p:sp>
      <p:sp>
        <p:nvSpPr>
          <p:cNvPr id="52" name="Shape 49"/>
          <p:cNvSpPr/>
          <p:nvPr/>
        </p:nvSpPr>
        <p:spPr>
          <a:xfrm>
            <a:off x="6381750" y="4572000"/>
            <a:ext cx="460375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381750" y="4572000"/>
            <a:ext cx="4191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05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6800850" y="4572000"/>
            <a:ext cx="418465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갓스펠로우</a:t>
            </a:r>
            <a:endParaRPr lang="en-US" sz="1550" dirty="0"/>
          </a:p>
        </p:txBody>
      </p:sp>
      <p:sp>
        <p:nvSpPr>
          <p:cNvPr id="55" name="Shape 52"/>
          <p:cNvSpPr/>
          <p:nvPr/>
        </p:nvSpPr>
        <p:spPr>
          <a:xfrm>
            <a:off x="6381750" y="4940300"/>
            <a:ext cx="460375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381750" y="4940300"/>
            <a:ext cx="4191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06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6800850" y="4940300"/>
            <a:ext cx="418465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MIC</a:t>
            </a:r>
            <a:endParaRPr lang="en-US" sz="1550" dirty="0"/>
          </a:p>
        </p:txBody>
      </p:sp>
      <p:sp>
        <p:nvSpPr>
          <p:cNvPr id="58" name="Shape 55"/>
          <p:cNvSpPr/>
          <p:nvPr/>
        </p:nvSpPr>
        <p:spPr>
          <a:xfrm>
            <a:off x="6381750" y="5308600"/>
            <a:ext cx="4603750" cy="0"/>
          </a:xfrm>
          <a:prstGeom prst="line">
            <a:avLst/>
          </a:prstGeom>
          <a:noFill/>
          <a:ln w="11430">
            <a:solidFill>
              <a:srgbClr val="D2CFCC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1206500" y="5867400"/>
            <a:ext cx="5715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 꿈이 다 있네 · 동아리 공연 사전 OT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9715500" y="5867400"/>
            <a:ext cx="127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08</a:t>
            </a:r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49D99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 / 11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F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d4824d1a-d19e-5bee-9489-6869dd4e929e/scratchpad/pp/fr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206500" y="1301750"/>
            <a:ext cx="101600" cy="101600"/>
          </a:xfrm>
          <a:prstGeom prst="ellipse">
            <a:avLst/>
          </a:prstGeom>
          <a:solidFill>
            <a:srgbClr val="B3D8AB"/>
          </a:solidFill>
          <a:ln w="12700">
            <a:solidFill>
              <a:srgbClr val="B3D8A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397000" y="1244600"/>
            <a:ext cx="508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300" kern="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06   </a:t>
            </a:r>
            <a:pPr algn="l" indent="0" marL="0">
              <a:lnSpc>
                <a:spcPct val="100000"/>
              </a:lnSpc>
              <a:buNone/>
            </a:pPr>
            <a:r>
              <a:rPr lang="en-US" sz="1050" spc="300" kern="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MC NOTICE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1206500" y="14732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사회자 멘트 종합 공지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206500" y="2667000"/>
            <a:ext cx="4318000" cy="0"/>
          </a:xfrm>
          <a:prstGeom prst="line">
            <a:avLst/>
          </a:prstGeom>
          <a:noFill/>
          <a:ln w="15875">
            <a:solidFill>
              <a:srgbClr val="1A1414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1206500" y="2832100"/>
            <a:ext cx="5207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1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사회자 멘트는</a:t>
            </a:r>
            <a:endParaRPr lang="en-US" sz="3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100" u="heavy" dirty="0">
                <a:solidFill>
                  <a:srgbClr val="1A1414"/>
                </a:solidFill>
                <a:uFill>
                  <a:solidFill>
                    <a:srgbClr val="DA619A"/>
                  </a:solidFill>
                </a:u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구글폼</a:t>
            </a:r>
            <a:pPr algn="l" indent="0" marL="0">
              <a:lnSpc>
                <a:spcPct val="115000"/>
              </a:lnSpc>
              <a:buNone/>
            </a:pPr>
            <a:r>
              <a:rPr lang="en-US" sz="31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으로 받습니다</a:t>
            </a:r>
            <a:endParaRPr lang="en-US" sz="3100" dirty="0"/>
          </a:p>
        </p:txBody>
      </p:sp>
      <p:sp>
        <p:nvSpPr>
          <p:cNvPr id="8" name="Shape 5"/>
          <p:cNvSpPr/>
          <p:nvPr/>
        </p:nvSpPr>
        <p:spPr>
          <a:xfrm>
            <a:off x="1206500" y="4038600"/>
            <a:ext cx="4318000" cy="0"/>
          </a:xfrm>
          <a:prstGeom prst="line">
            <a:avLst/>
          </a:prstGeom>
          <a:noFill/>
          <a:ln w="15875">
            <a:solidFill>
              <a:srgbClr val="1A1414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1206500" y="4216400"/>
            <a:ext cx="5207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공지된 구글폼 링크로 접속해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동아리별 사회자 멘트를 제출해주세요.</a:t>
            </a:r>
            <a:endParaRPr lang="en-US" sz="1400" dirty="0"/>
          </a:p>
        </p:txBody>
      </p:sp>
      <p:pic>
        <p:nvPicPr>
          <p:cNvPr id="10" name="Image 1" descr="/tmp/claude-0/-home-user--/d4824d1a-d19e-5bee-9489-6869dd4e929e/scratchpad/pp/db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500" y="2095500"/>
            <a:ext cx="3683000" cy="29337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893050" y="3460750"/>
            <a:ext cx="127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사회자</a:t>
            </a:r>
            <a:endParaRPr lang="en-US" sz="1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멘트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9359900" y="2508250"/>
            <a:ext cx="127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구글폼</a:t>
            </a:r>
            <a:endParaRPr lang="en-US" sz="1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제출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206500" y="5867400"/>
            <a:ext cx="5715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 꿈이 다 있네 · 동아리 공연 사전 OT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9715500" y="5867400"/>
            <a:ext cx="127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09</a:t>
            </a:r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49D99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 / 11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F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d4824d1a-d19e-5bee-9489-6869dd4e929e/scratchpad/pp/fr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44600" y="19050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500" kern="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07</a:t>
            </a:r>
            <a:pPr algn="l" indent="0" marL="0">
              <a:lnSpc>
                <a:spcPct val="100000"/>
              </a:lnSpc>
              <a:buNone/>
            </a:pPr>
            <a:r>
              <a:rPr lang="en-US" sz="1100" spc="500" kern="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  ·  QUESTIONS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143000" y="2159000"/>
            <a:ext cx="6350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Q&amp;A</a:t>
            </a:r>
            <a:endParaRPr lang="en-US" sz="14000" dirty="0"/>
          </a:p>
        </p:txBody>
      </p:sp>
      <p:sp>
        <p:nvSpPr>
          <p:cNvPr id="5" name="Text 2"/>
          <p:cNvSpPr txBox="1"/>
          <p:nvPr/>
        </p:nvSpPr>
        <p:spPr>
          <a:xfrm>
            <a:off x="1244600" y="4445000"/>
            <a:ext cx="571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궁금한 점을 자유롭게 질문해주세요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1244600" y="5080000"/>
            <a:ext cx="3937000" cy="0"/>
          </a:xfrm>
          <a:prstGeom prst="line">
            <a:avLst/>
          </a:prstGeom>
          <a:noFill/>
          <a:ln w="15875">
            <a:solidFill>
              <a:srgbClr val="1A1414"/>
            </a:solidFill>
            <a:prstDash val="dash"/>
          </a:ln>
        </p:spPr>
      </p:sp>
      <p:pic>
        <p:nvPicPr>
          <p:cNvPr id="7" name="Image 1" descr="/tmp/claude-0/-home-user--/d4824d1a-d19e-5bee-9489-6869dd4e929e/scratchpad/pp/qb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0" y="1587500"/>
            <a:ext cx="2794000" cy="29845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06500" y="5867400"/>
            <a:ext cx="5715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별 꿈이 다 있네 · 동아리 공연 사전 OT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9715500" y="5867400"/>
            <a:ext cx="127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10</a:t>
            </a:r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49D99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 / 11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F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d4824d1a-d19e-5bee-9489-6869dd4e929e/scratchpad/pp/fr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user--/d4824d1a-d19e-5bee-9489-6869dd4e929e/scratchpad/pp/logo-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270000"/>
            <a:ext cx="5207000" cy="1901152"/>
          </a:xfrm>
          <a:prstGeom prst="rect">
            <a:avLst/>
          </a:prstGeom>
        </p:spPr>
      </p:pic>
      <p:pic>
        <p:nvPicPr>
          <p:cNvPr id="4" name="Image 2" descr="/tmp/claude-0/-home-user--/d4824d1a-d19e-5bee-9489-6869dd4e929e/scratchpad/pp/d-bubbl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984500"/>
            <a:ext cx="2730500" cy="2175241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1100" y="4064000"/>
            <a:ext cx="635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800" dirty="0">
                <a:solidFill>
                  <a:srgbClr val="1A1414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감사합니다</a:t>
            </a:r>
            <a:endParaRPr lang="en-US" sz="5800" dirty="0"/>
          </a:p>
        </p:txBody>
      </p:sp>
      <p:sp>
        <p:nvSpPr>
          <p:cNvPr id="6" name="Text 1"/>
          <p:cNvSpPr txBox="1"/>
          <p:nvPr/>
        </p:nvSpPr>
        <p:spPr>
          <a:xfrm>
            <a:off x="1244600" y="5080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B6360"/>
                </a:solidFill>
                <a:latin typeface="KoddiUD OnGothic" pitchFamily="34" charset="0"/>
                <a:ea typeface="KoddiUD OnGothic" pitchFamily="34" charset="-122"/>
                <a:cs typeface="KoddiUD OnGothic" pitchFamily="34" charset="-120"/>
              </a:rPr>
              <a:t>2026 한동 축제 · 무대운영팀</a:t>
            </a:r>
            <a:endParaRPr lang="en-US" sz="1400" dirty="0"/>
          </a:p>
        </p:txBody>
      </p:sp>
      <p:sp>
        <p:nvSpPr>
          <p:cNvPr id="7" name="Shape 2"/>
          <p:cNvSpPr/>
          <p:nvPr/>
        </p:nvSpPr>
        <p:spPr>
          <a:xfrm>
            <a:off x="1244600" y="5524500"/>
            <a:ext cx="9740900" cy="0"/>
          </a:xfrm>
          <a:prstGeom prst="line">
            <a:avLst/>
          </a:prstGeom>
          <a:noFill/>
          <a:ln w="15875">
            <a:solidFill>
              <a:srgbClr val="1A1414"/>
            </a:solidFill>
            <a:prstDash val="dash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별 꿈이 다 있네 · 동아리 공연 사전 OT</dc:title>
  <dc:subject>PptxGenJS Presentation</dc:subject>
  <dc:creator>무대운영팀</dc:creator>
  <cp:lastModifiedBy>무대운영팀</cp:lastModifiedBy>
  <cp:revision>1</cp:revision>
  <dcterms:created xsi:type="dcterms:W3CDTF">2026-10-12T16:08:32Z</dcterms:created>
  <dcterms:modified xsi:type="dcterms:W3CDTF">2026-10-12T16:08:32Z</dcterms:modified>
</cp:coreProperties>
</file>