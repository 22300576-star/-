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0"/>
    <p:sldId id="266" r:id="rId111"/>
    <p:sldId id="267" r:id="rId112"/>
    <p:sldId id="268" r:id="rId113"/>
  </p:sldIdLst>
  <p:notesMasterIdLst>
    <p:notesMasterId r:id="rId11"/>
  </p:notesMasterIdLst>
  <p:sldSz cx="9144000" cy="5143500"/>
  <p:notesSz cx="5143500" cy="9144000"/>
  <p:embeddedFontLst>
    <p:embeddedFont>
      <p:font typeface="KoddiUD OnGothic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rId16.fntdata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trap-pink.png"/><Relationship Id="rId4" Type="http://schemas.openxmlformats.org/officeDocument/2006/relationships/image" Target="../media/dm-rect-green.png"/><Relationship Id="rId5" Type="http://schemas.openxmlformats.org/officeDocument/2006/relationships/image" Target="../media/dm-bubble-yellow.png"/><Relationship Id="rId6" Type="http://schemas.openxmlformats.org/officeDocument/2006/relationships/image" Target="../media/dm-trap2-purple.png"/><Relationship Id="rId7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pink.png"/><Relationship Id="rId4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green.png"/><Relationship Id="rId4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purple.png"/><Relationship Id="rId4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purple.png"/><Relationship Id="rId4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yellow.png"/><Relationship Id="rId4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yellow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dm-bubble-pink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Deco 5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868680" y="3246120"/>
            <a:ext cx="1737360" cy="826699"/>
          </a:xfrm>
          <a:prstGeom prst="rect">
            <a:avLst/>
          </a:prstGeom>
        </p:spPr>
      </p:pic>
      <p:pic>
        <p:nvPicPr>
          <p:cNvPr id="6" name="Deco 6" descr=""/>
          <p:cNvPicPr>
            <a:picLocks noChangeAspect="1"/>
          </p:cNvPicPr>
          <p:nvPr/>
        </p:nvPicPr>
        <p:blipFill>
          <a:blip r:embed="rId4"/>
          <a:srcRect b="0"/>
          <a:stretch>
            <a:fillRect/>
          </a:stretch>
        </p:blipFill>
        <p:spPr>
          <a:xfrm>
            <a:off x="2697480" y="3520440"/>
            <a:ext cx="777240" cy="552249"/>
          </a:xfrm>
          <a:prstGeom prst="rect">
            <a:avLst/>
          </a:prstGeom>
        </p:spPr>
      </p:pic>
      <p:pic>
        <p:nvPicPr>
          <p:cNvPr id="7" name="Deco 7" descr=""/>
          <p:cNvPicPr>
            <a:picLocks noChangeAspect="1"/>
          </p:cNvPicPr>
          <p:nvPr/>
        </p:nvPicPr>
        <p:blipFill>
          <a:blip r:embed="rId5"/>
          <a:srcRect b="0"/>
          <a:stretch>
            <a:fillRect/>
          </a:stretch>
        </p:blipFill>
        <p:spPr>
          <a:xfrm>
            <a:off x="6949440" y="1051560"/>
            <a:ext cx="868680" cy="868680"/>
          </a:xfrm>
          <a:prstGeom prst="rect">
            <a:avLst/>
          </a:prstGeom>
        </p:spPr>
      </p:pic>
      <p:pic>
        <p:nvPicPr>
          <p:cNvPr id="8" name="Deco 8" descr=""/>
          <p:cNvPicPr>
            <a:picLocks noChangeAspect="1"/>
          </p:cNvPicPr>
          <p:nvPr/>
        </p:nvPicPr>
        <p:blipFill>
          <a:blip r:embed="rId6"/>
          <a:srcRect b="0"/>
          <a:stretch>
            <a:fillRect/>
          </a:stretch>
        </p:blipFill>
        <p:spPr>
          <a:xfrm>
            <a:off x="6309360" y="3611880"/>
            <a:ext cx="1463040" cy="712601"/>
          </a:xfrm>
          <a:prstGeom prst="rect">
            <a:avLst/>
          </a:prstGeom>
        </p:spPr>
      </p:pic>
      <p:sp>
        <p:nvSpPr>
          <p:cNvPr id="9" name="TitleBlock 9"/>
          <p:cNvSpPr txBox="1"/>
          <p:nvPr/>
        </p:nvSpPr>
        <p:spPr>
          <a:xfrm>
            <a:off x="1371600" y="1417320"/>
            <a:ext cx="6400800" cy="1828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1000"/>
              </a:spcAft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2026 한동 축제 창조와문화 · 동아리 공연</a:t>
            </a:r>
          </a:p>
          <a:p>
            <a:pPr algn="ctr" marL="0" indent="0">
              <a:spcAft>
                <a:spcPts val="800"/>
              </a:spcAft>
              <a:buNone/>
            </a:pPr>
            <a:r>
              <a:rPr lang="ko-KR" altLang="en-US" sz="40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별 꿈이 다 있네</a:t>
            </a:r>
          </a:p>
          <a:p>
            <a:pPr algn="ctr" marL="0" indent="0">
              <a:buNone/>
            </a:pPr>
            <a:r>
              <a:rPr lang="ko-KR" altLang="en-US" sz="2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공연 사전 OT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566160" y="36118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무대운영팀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nts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목차</a:t>
            </a:r>
          </a:p>
        </p:txBody>
      </p:sp>
      <p:sp>
        <p:nvSpPr>
          <p:cNvPr id="6" name="Shape 6"/>
          <p:cNvSpPr/>
          <p:nvPr/>
        </p:nvSpPr>
        <p:spPr>
          <a:xfrm>
            <a:off x="1143000" y="1691640"/>
            <a:ext cx="384048" cy="384048"/>
          </a:xfrm>
          <a:prstGeom prst="ellipse">
            <a:avLst/>
          </a:prstGeom>
          <a:solidFill>
            <a:srgbClr val="DA619A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1143000" y="1691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691640" y="169164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INFORMATION</a:t>
            </a:r>
          </a:p>
        </p:txBody>
      </p:sp>
      <p:sp>
        <p:nvSpPr>
          <p:cNvPr id="9" name="Shape 9"/>
          <p:cNvSpPr/>
          <p:nvPr/>
        </p:nvSpPr>
        <p:spPr>
          <a:xfrm>
            <a:off x="1143000" y="2313432"/>
            <a:ext cx="384048" cy="384048"/>
          </a:xfrm>
          <a:prstGeom prst="ellipse">
            <a:avLst/>
          </a:prstGeom>
          <a:solidFill>
            <a:srgbClr val="B3D8AB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1143000" y="23134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691640" y="2313432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컨셉 안내</a:t>
            </a:r>
          </a:p>
        </p:txBody>
      </p:sp>
      <p:sp>
        <p:nvSpPr>
          <p:cNvPr id="12" name="Shape 12"/>
          <p:cNvSpPr/>
          <p:nvPr/>
        </p:nvSpPr>
        <p:spPr>
          <a:xfrm>
            <a:off x="1143000" y="2935224"/>
            <a:ext cx="384048" cy="384048"/>
          </a:xfrm>
          <a:prstGeom prst="ellipse">
            <a:avLst/>
          </a:prstGeom>
          <a:solidFill>
            <a:srgbClr val="8F98C6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1143000" y="29352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691640" y="2935224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무대 세부 타임라인</a:t>
            </a:r>
          </a:p>
        </p:txBody>
      </p:sp>
      <p:sp>
        <p:nvSpPr>
          <p:cNvPr id="15" name="Shape 15"/>
          <p:cNvSpPr/>
          <p:nvPr/>
        </p:nvSpPr>
        <p:spPr>
          <a:xfrm>
            <a:off x="1143000" y="3557016"/>
            <a:ext cx="384048" cy="384048"/>
          </a:xfrm>
          <a:prstGeom prst="ellipse">
            <a:avLst/>
          </a:prstGeom>
          <a:solidFill>
            <a:srgbClr val="E7DB8E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1143000" y="355701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4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691640" y="3557016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부탁드립니다</a:t>
            </a:r>
          </a:p>
        </p:txBody>
      </p:sp>
      <p:sp>
        <p:nvSpPr>
          <p:cNvPr id="18" name="Shape 18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DA619A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5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120640" y="169164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공연 순서 발표</a:t>
            </a:r>
          </a:p>
        </p:txBody>
      </p:sp>
      <p:sp>
        <p:nvSpPr>
          <p:cNvPr id="21" name="Shape 21"/>
          <p:cNvSpPr/>
          <p:nvPr/>
        </p:nvSpPr>
        <p:spPr>
          <a:xfrm>
            <a:off x="4572000" y="2313432"/>
            <a:ext cx="384048" cy="384048"/>
          </a:xfrm>
          <a:prstGeom prst="ellipse">
            <a:avLst/>
          </a:prstGeom>
          <a:solidFill>
            <a:srgbClr val="B3D8AB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4572000" y="23134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6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120640" y="2313432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Q&amp;A</a:t>
            </a:r>
          </a:p>
        </p:txBody>
      </p:sp>
      <p:sp>
        <p:nvSpPr>
          <p:cNvPr id="24" name="Shape 24"/>
          <p:cNvSpPr/>
          <p:nvPr/>
        </p:nvSpPr>
        <p:spPr>
          <a:xfrm>
            <a:off x="4572000" y="2935224"/>
            <a:ext cx="384048" cy="384048"/>
          </a:xfrm>
          <a:prstGeom prst="ellipse">
            <a:avLst/>
          </a:prstGeom>
          <a:solidFill>
            <a:srgbClr val="8F98C6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4572000" y="29352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7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120640" y="2935224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사회자 멘트 종합 공지</a:t>
            </a:r>
          </a:p>
        </p:txBody>
      </p:sp>
      <p:pic>
        <p:nvPicPr>
          <p:cNvPr id="27" name="Deco 27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5989320" y="3291840"/>
            <a:ext cx="2057400" cy="11234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FORMATION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INFORMATION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1</a:t>
            </a:r>
          </a:p>
        </p:txBody>
      </p:sp>
      <p:sp>
        <p:nvSpPr>
          <p:cNvPr id="8" name="Shape 8"/>
          <p:cNvSpPr/>
          <p:nvPr/>
        </p:nvSpPr>
        <p:spPr>
          <a:xfrm>
            <a:off x="868680" y="1645920"/>
            <a:ext cx="35204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9" name="Shape 9"/>
          <p:cNvSpPr/>
          <p:nvPr/>
        </p:nvSpPr>
        <p:spPr>
          <a:xfrm>
            <a:off x="1143000" y="1920240"/>
            <a:ext cx="182880" cy="182880"/>
          </a:xfrm>
          <a:prstGeom prst="ellipse">
            <a:avLst/>
          </a:prstGeom>
          <a:solidFill>
            <a:srgbClr val="DA619A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1417320" y="187452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참가 동아리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143000" y="224028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26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총 13팀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645920"/>
            <a:ext cx="35204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3" name="Shape 13"/>
          <p:cNvSpPr/>
          <p:nvPr/>
        </p:nvSpPr>
        <p:spPr>
          <a:xfrm>
            <a:off x="4937760" y="1920240"/>
            <a:ext cx="182880" cy="182880"/>
          </a:xfrm>
          <a:prstGeom prst="ellipse">
            <a:avLst/>
          </a:prstGeom>
          <a:solidFill>
            <a:srgbClr val="B3D8A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5212080" y="187452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타이틀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937760" y="224028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2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별 꿈이 다 있네</a:t>
            </a:r>
          </a:p>
        </p:txBody>
      </p:sp>
      <p:sp>
        <p:nvSpPr>
          <p:cNvPr id="16" name="Shape 16"/>
          <p:cNvSpPr/>
          <p:nvPr/>
        </p:nvSpPr>
        <p:spPr>
          <a:xfrm>
            <a:off x="868680" y="3182112"/>
            <a:ext cx="35204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7" name="Shape 17"/>
          <p:cNvSpPr/>
          <p:nvPr/>
        </p:nvSpPr>
        <p:spPr>
          <a:xfrm>
            <a:off x="1143000" y="3456432"/>
            <a:ext cx="182880" cy="182880"/>
          </a:xfrm>
          <a:prstGeom prst="ellipse">
            <a:avLst/>
          </a:prstGeom>
          <a:solidFill>
            <a:srgbClr val="8F98C6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1417320" y="3410712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리허설 일정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143000" y="3776472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2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DAY2 · 11/5</a:t>
            </a:r>
          </a:p>
        </p:txBody>
      </p:sp>
      <p:sp>
        <p:nvSpPr>
          <p:cNvPr id="20" name="Shape 20"/>
          <p:cNvSpPr/>
          <p:nvPr/>
        </p:nvSpPr>
        <p:spPr>
          <a:xfrm>
            <a:off x="4663440" y="3182112"/>
            <a:ext cx="35204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21" name="Shape 21"/>
          <p:cNvSpPr/>
          <p:nvPr/>
        </p:nvSpPr>
        <p:spPr>
          <a:xfrm>
            <a:off x="4937760" y="3456432"/>
            <a:ext cx="182880" cy="182880"/>
          </a:xfrm>
          <a:prstGeom prst="ellipse">
            <a:avLst/>
          </a:prstGeom>
          <a:solidFill>
            <a:srgbClr val="E7DB8E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5212080" y="3410712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공연 일정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4937760" y="3776472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15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DAY2 · 11/5  18:00~20:00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lang="ko-KR" altLang="en-US" sz="15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DAY3 · 11/6  17:45~19:30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cept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컨셉 안내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68680" y="1691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0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“별 꿈이 다 있네”</a:t>
            </a:r>
          </a:p>
        </p:txBody>
      </p:sp>
      <p:sp>
        <p:nvSpPr>
          <p:cNvPr id="9" name="Shape 9"/>
          <p:cNvSpPr/>
          <p:nvPr/>
        </p:nvSpPr>
        <p:spPr>
          <a:xfrm>
            <a:off x="868680" y="2322576"/>
            <a:ext cx="292608" cy="292608"/>
          </a:xfrm>
          <a:prstGeom prst="ellipse">
            <a:avLst/>
          </a:prstGeom>
          <a:solidFill>
            <a:srgbClr val="E7DB8E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1325880" y="2286000"/>
            <a:ext cx="32918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6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별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25880" y="259689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동아리원 한 사람 한 사람</a:t>
            </a:r>
          </a:p>
        </p:txBody>
      </p:sp>
      <p:sp>
        <p:nvSpPr>
          <p:cNvPr id="12" name="Shape 12"/>
          <p:cNvSpPr/>
          <p:nvPr/>
        </p:nvSpPr>
        <p:spPr>
          <a:xfrm>
            <a:off x="868680" y="3035808"/>
            <a:ext cx="292608" cy="292608"/>
          </a:xfrm>
          <a:prstGeom prst="ellipse">
            <a:avLst/>
          </a:prstGeom>
          <a:solidFill>
            <a:srgbClr val="8F98C6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1325880" y="2999232"/>
            <a:ext cx="32918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6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별자리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25880" y="33101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별이 모여 만든 하나의 동아리</a:t>
            </a:r>
          </a:p>
        </p:txBody>
      </p:sp>
      <p:sp>
        <p:nvSpPr>
          <p:cNvPr id="15" name="Shape 15"/>
          <p:cNvSpPr/>
          <p:nvPr/>
        </p:nvSpPr>
        <p:spPr>
          <a:xfrm>
            <a:off x="868680" y="3749040"/>
            <a:ext cx="292608" cy="292608"/>
          </a:xfrm>
          <a:prstGeom prst="ellipse">
            <a:avLst/>
          </a:prstGeom>
          <a:solidFill>
            <a:srgbClr val="DA619A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1325880" y="3712464"/>
            <a:ext cx="32918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6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한동의 밤하늘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325880" y="40233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별자리(동아리)가 모여 채우는 무대</a:t>
            </a:r>
          </a:p>
        </p:txBody>
      </p:sp>
      <p:sp>
        <p:nvSpPr>
          <p:cNvPr id="18" name="Shape 18"/>
          <p:cNvSpPr/>
          <p:nvPr/>
        </p:nvSpPr>
        <p:spPr>
          <a:xfrm>
            <a:off x="4892040" y="1691640"/>
            <a:ext cx="3017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4892040" y="1691640"/>
            <a:ext cx="3017520" cy="2697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lang="ko-KR" altLang="en-US" sz="16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예시 사진</a:t>
            </a:r>
          </a:p>
          <a:p>
            <a:pPr algn="ctr" marL="0" indent="0"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이미지를 이 영역에 넣어주세요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무대 세부 타임라인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68680" y="1645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동아리별 무대 총 15분</a:t>
            </a:r>
          </a:p>
        </p:txBody>
      </p:sp>
      <p:sp>
        <p:nvSpPr>
          <p:cNvPr id="9" name="Shape 9"/>
          <p:cNvSpPr/>
          <p:nvPr/>
        </p:nvSpPr>
        <p:spPr>
          <a:xfrm>
            <a:off x="868680" y="2240280"/>
            <a:ext cx="1453896" cy="777240"/>
          </a:xfrm>
          <a:prstGeom prst="rect">
            <a:avLst/>
          </a:prstGeom>
          <a:solidFill>
            <a:srgbClr val="DA619A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868680" y="2240280"/>
            <a:ext cx="1453896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2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3'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68680" y="3127248"/>
            <a:ext cx="1453896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buNone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오프닝</a:t>
            </a:r>
          </a:p>
        </p:txBody>
      </p:sp>
      <p:sp>
        <p:nvSpPr>
          <p:cNvPr id="12" name="Shape 12"/>
          <p:cNvSpPr/>
          <p:nvPr/>
        </p:nvSpPr>
        <p:spPr>
          <a:xfrm>
            <a:off x="2322576" y="2240280"/>
            <a:ext cx="4846320" cy="777240"/>
          </a:xfrm>
          <a:prstGeom prst="rect">
            <a:avLst/>
          </a:prstGeom>
          <a:solidFill>
            <a:srgbClr val="B3D8AB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2322576" y="2240280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2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10'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322576" y="312724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buNone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공연</a:t>
            </a:r>
          </a:p>
        </p:txBody>
      </p:sp>
      <p:sp>
        <p:nvSpPr>
          <p:cNvPr id="15" name="Shape 15"/>
          <p:cNvSpPr/>
          <p:nvPr/>
        </p:nvSpPr>
        <p:spPr>
          <a:xfrm>
            <a:off x="7168896" y="2240280"/>
            <a:ext cx="969264" cy="777240"/>
          </a:xfrm>
          <a:prstGeom prst="rect">
            <a:avLst/>
          </a:prstGeom>
          <a:solidFill>
            <a:srgbClr val="8F98C6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7168896" y="2240280"/>
            <a:ext cx="969264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2'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967728" y="31272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buNone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인사 및 퇴장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68680" y="3520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buNone/>
            </a:pPr>
            <a:r>
              <a:rPr lang="ko-KR" altLang="en-US" sz="16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3' (오프닝)  +  10' (동아리 공연)  +  2' (인사 및 퇴장)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Detail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타임라인 세부 안내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</a:t>
            </a:r>
          </a:p>
        </p:txBody>
      </p:sp>
      <p:sp>
        <p:nvSpPr>
          <p:cNvPr id="8" name="Shape 8"/>
          <p:cNvSpPr/>
          <p:nvPr/>
        </p:nvSpPr>
        <p:spPr>
          <a:xfrm>
            <a:off x="868680" y="1600200"/>
            <a:ext cx="7360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9" name="Shape 9"/>
          <p:cNvSpPr/>
          <p:nvPr/>
        </p:nvSpPr>
        <p:spPr>
          <a:xfrm>
            <a:off x="868680" y="1600200"/>
            <a:ext cx="2103120" cy="822960"/>
          </a:xfrm>
          <a:prstGeom prst="rect">
            <a:avLst/>
          </a:prstGeom>
          <a:solidFill>
            <a:srgbClr val="DA619A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1051560" y="160020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2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3.1</a:t>
            </a:r>
          </a:p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오프닝  </a:t>
            </a: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3'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200400" y="1600200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약 45초 로고 애니메이션 재생 (별자리 애니메이션)</a:t>
            </a:r>
          </a:p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소개 및 꿈 소개</a:t>
            </a:r>
          </a:p>
        </p:txBody>
      </p:sp>
      <p:sp>
        <p:nvSpPr>
          <p:cNvPr id="12" name="Shape 12"/>
          <p:cNvSpPr/>
          <p:nvPr/>
        </p:nvSpPr>
        <p:spPr>
          <a:xfrm>
            <a:off x="868680" y="2560320"/>
            <a:ext cx="7360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3" name="Shape 13"/>
          <p:cNvSpPr/>
          <p:nvPr/>
        </p:nvSpPr>
        <p:spPr>
          <a:xfrm>
            <a:off x="868680" y="2560320"/>
            <a:ext cx="2103120" cy="1005840"/>
          </a:xfrm>
          <a:prstGeom prst="rect">
            <a:avLst/>
          </a:prstGeom>
          <a:solidFill>
            <a:srgbClr val="B3D8AB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1051560" y="2560320"/>
            <a:ext cx="1828800" cy="1005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2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3.2</a:t>
            </a:r>
          </a:p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공연  </a:t>
            </a: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10'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3200400" y="25603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자체 기획으로 진행</a:t>
            </a:r>
          </a:p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한동의 정서에 반(反)하지 않는 공연 기획  </a:t>
            </a:r>
            <a:r>
              <a:rPr lang="ko-KR" altLang="en-US" sz="14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ex) 곡 선정, 퍼포먼스</a:t>
            </a:r>
          </a:p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굿즈 공지</a:t>
            </a:r>
          </a:p>
        </p:txBody>
      </p:sp>
      <p:sp>
        <p:nvSpPr>
          <p:cNvPr id="16" name="Shape 16"/>
          <p:cNvSpPr/>
          <p:nvPr/>
        </p:nvSpPr>
        <p:spPr>
          <a:xfrm>
            <a:off x="868680" y="3703320"/>
            <a:ext cx="7360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7" name="Shape 17"/>
          <p:cNvSpPr/>
          <p:nvPr/>
        </p:nvSpPr>
        <p:spPr>
          <a:xfrm>
            <a:off x="868680" y="3703320"/>
            <a:ext cx="2103120" cy="822960"/>
          </a:xfrm>
          <a:prstGeom prst="rect">
            <a:avLst/>
          </a:prstGeom>
          <a:solidFill>
            <a:srgbClr val="8F98C6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1051560" y="370332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2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3.3</a:t>
            </a:r>
          </a:p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인사 및 퇴장  </a:t>
            </a: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2'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200400" y="3703320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퇴장 시 유의사항</a:t>
            </a:r>
          </a:p>
          <a:p>
            <a:pPr algn="l" marL="228600" indent="-228600">
              <a:spcAft>
                <a:spcPts val="300"/>
              </a:spcAft>
              <a:buFont typeface="Arial"/>
              <a:buChar char="•"/>
            </a:pPr>
            <a:r>
              <a:rPr lang="ko-KR" altLang="en-US" sz="14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딜레이 방지를 위해 빠르게 퇴장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quests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부탁드립니다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4</a:t>
            </a:r>
          </a:p>
        </p:txBody>
      </p:sp>
      <p:sp>
        <p:nvSpPr>
          <p:cNvPr id="8" name="Shape 8"/>
          <p:cNvSpPr/>
          <p:nvPr/>
        </p:nvSpPr>
        <p:spPr>
          <a:xfrm>
            <a:off x="868680" y="1600200"/>
            <a:ext cx="3520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9" name="Shape 9"/>
          <p:cNvSpPr/>
          <p:nvPr/>
        </p:nvSpPr>
        <p:spPr>
          <a:xfrm>
            <a:off x="1097280" y="1828800"/>
            <a:ext cx="384048" cy="384048"/>
          </a:xfrm>
          <a:prstGeom prst="ellipse">
            <a:avLst/>
          </a:prstGeom>
          <a:solidFill>
            <a:srgbClr val="DA619A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1097280" y="18288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1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645920" y="1828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꿈 소개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097280" y="2331720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오프닝에서 소개할 동아리의 꿈을 준비해주세요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3520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4" name="Shape 14"/>
          <p:cNvSpPr/>
          <p:nvPr/>
        </p:nvSpPr>
        <p:spPr>
          <a:xfrm>
            <a:off x="4892040" y="1828800"/>
            <a:ext cx="384048" cy="384048"/>
          </a:xfrm>
          <a:prstGeom prst="ellipse">
            <a:avLst/>
          </a:prstGeom>
          <a:solidFill>
            <a:srgbClr val="B3D8AB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4892040" y="18288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440680" y="1828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제출 파일 안내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892040" y="2331720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큐시트 · 스크립트* · 장비 리스트 · 음원 파일 · 가사 PPT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lang="ko-KR" altLang="en-US" sz="1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제출 기한 : __월 __일(_)까지</a:t>
            </a:r>
          </a:p>
        </p:txBody>
      </p:sp>
      <p:sp>
        <p:nvSpPr>
          <p:cNvPr id="18" name="Shape 18"/>
          <p:cNvSpPr/>
          <p:nvPr/>
        </p:nvSpPr>
        <p:spPr>
          <a:xfrm>
            <a:off x="868680" y="3200400"/>
            <a:ext cx="3520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9" name="Shape 19"/>
          <p:cNvSpPr/>
          <p:nvPr/>
        </p:nvSpPr>
        <p:spPr>
          <a:xfrm>
            <a:off x="1097280" y="3429000"/>
            <a:ext cx="384048" cy="384048"/>
          </a:xfrm>
          <a:prstGeom prst="ellipse">
            <a:avLst/>
          </a:prstGeom>
          <a:solidFill>
            <a:srgbClr val="8F98C6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20" name="Text 20"/>
          <p:cNvSpPr txBox="1"/>
          <p:nvPr/>
        </p:nvSpPr>
        <p:spPr>
          <a:xfrm>
            <a:off x="1097280" y="34290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3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1645920" y="3429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공지 및 안내 필독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097280" y="3931920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무대운영팀 공지와 안내 사항을 꼭 확인해주세요</a:t>
            </a:r>
          </a:p>
        </p:txBody>
      </p:sp>
      <p:sp>
        <p:nvSpPr>
          <p:cNvPr id="23" name="Shape 23"/>
          <p:cNvSpPr/>
          <p:nvPr/>
        </p:nvSpPr>
        <p:spPr>
          <a:xfrm>
            <a:off x="4663440" y="3200400"/>
            <a:ext cx="3520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24" name="Shape 24"/>
          <p:cNvSpPr/>
          <p:nvPr/>
        </p:nvSpPr>
        <p:spPr>
          <a:xfrm>
            <a:off x="4892040" y="3429000"/>
            <a:ext cx="384048" cy="384048"/>
          </a:xfrm>
          <a:prstGeom prst="ellipse">
            <a:avLst/>
          </a:prstGeom>
          <a:solidFill>
            <a:srgbClr val="E7DB8E"/>
          </a:solidFill>
          <a:ln w="9525">
            <a:solidFill>
              <a:srgbClr val="1A1414"/>
            </a:solidFill>
            <a:prstDash val="solid"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4892040" y="34290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440680" y="3429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리허설 일정 체크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4892040" y="3931920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DAY2 · 11/5 리허설 일정을 확인해주세요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ueSheet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큐시트 예시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4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68680" y="15361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큐시트 양식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68680" y="1874520"/>
          <a:ext cx="4343400" cy="2414016"/>
        </p:xfrm>
        <a:graphic>
          <a:graphicData uri="http://schemas.openxmlformats.org/drawingml/2006/table">
            <a:tbl>
              <a:tblPr firstRow="1"/>
              <a:tblGrid>
                <a:gridCol w="548640"/>
                <a:gridCol w="1600200"/>
                <a:gridCol w="685800"/>
                <a:gridCol w="15087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순서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B3D8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곡명 / 내용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B3D8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시간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B3D8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요청 사항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B3D8A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1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2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3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4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5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/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40680" y="15361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작년 동아리 제출물</a:t>
            </a:r>
          </a:p>
        </p:txBody>
      </p:sp>
      <p:sp>
        <p:nvSpPr>
          <p:cNvPr id="11" name="Shape 11"/>
          <p:cNvSpPr/>
          <p:nvPr/>
        </p:nvSpPr>
        <p:spPr>
          <a:xfrm>
            <a:off x="5440680" y="1874520"/>
            <a:ext cx="2468880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5440680" y="1874520"/>
            <a:ext cx="2468880" cy="2414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작년 제출물 예시</a:t>
            </a:r>
          </a:p>
          <a:p>
            <a:pPr algn="ctr" marL="0" indent="0">
              <a:buNone/>
            </a:pPr>
            <a:r>
              <a:rPr lang="ko-KR" altLang="en-US" sz="12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이미지를 이 영역에 넣어주세요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rder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5"/>
          <p:cNvSpPr txBox="1"/>
          <p:nvPr/>
        </p:nvSpPr>
        <p:spPr>
          <a:xfrm>
            <a:off x="868680" y="914400"/>
            <a:ext cx="594360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buNone/>
            </a:pPr>
            <a:r>
              <a:rPr lang="ko-KR" altLang="en-US" sz="28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동아리 공연 순서 발표</a:t>
            </a:r>
          </a:p>
        </p:txBody>
      </p:sp>
      <p:pic>
        <p:nvPicPr>
          <p:cNvPr id="6" name="Deco 6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7360920" y="868680"/>
            <a:ext cx="566928" cy="566928"/>
          </a:xfrm>
          <a:prstGeom prst="rect">
            <a:avLst/>
          </a:prstGeom>
        </p:spPr>
      </p:pic>
      <p:sp>
        <p:nvSpPr>
          <p:cNvPr id="7" name="SectionNo 7"/>
          <p:cNvSpPr txBox="1"/>
          <p:nvPr/>
        </p:nvSpPr>
        <p:spPr>
          <a:xfrm>
            <a:off x="7360920" y="987552"/>
            <a:ext cx="484632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4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68680" y="15361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DAY2  </a:t>
            </a:r>
            <a:r>
              <a:rPr lang="ko-KR" altLang="en-US" sz="13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11/5 (목) 18:00~20:00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68680" y="1920240"/>
          <a:ext cx="3520440" cy="2551176"/>
        </p:xfrm>
        <a:graphic>
          <a:graphicData uri="http://schemas.openxmlformats.org/drawingml/2006/table">
            <a:tbl>
              <a:tblPr firstRow="1"/>
              <a:tblGrid>
                <a:gridCol w="731520"/>
                <a:gridCol w="278892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순서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DA61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동아리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DA619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0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오프닝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1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한동대학교 응원단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2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지지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3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한풍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4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NEO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5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지오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6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피치파이프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7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즉흥적 새벽 두 시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4663440" y="15361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buNone/>
            </a:pPr>
            <a:r>
              <a:rPr lang="ko-KR" altLang="en-US" sz="17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DAY3  </a:t>
            </a:r>
            <a:r>
              <a:rPr lang="ko-KR" altLang="en-US" sz="13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11/6 (금) 17:45~19:30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4663440" y="1920240"/>
          <a:ext cx="3520440" cy="2267712"/>
        </p:xfrm>
        <a:graphic>
          <a:graphicData uri="http://schemas.openxmlformats.org/drawingml/2006/table">
            <a:tbl>
              <a:tblPr firstRow="1"/>
              <a:tblGrid>
                <a:gridCol w="731520"/>
                <a:gridCol w="278892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순서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8F98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동아리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8F98C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0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오프닝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1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천풍해세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2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하향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3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소울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4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미르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5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갓스펠로우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6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1A1414"/>
                          </a:solidFill>
                          <a:latin typeface="KoddiUD OnGothic"/>
                          <a:ea typeface="KoddiUD OnGothic"/>
                          <a:cs typeface="KoddiUD OnGothic"/>
                        </a:rPr>
                        <a:t>MIC</a:t>
                      </a:r>
                    </a:p>
                  </a:txBody>
                  <a:tcPr marL="91440" marR="91440" marT="0" marB="0" anchor="ctr">
                    <a:lnL w="9525">
                      <a:solidFill>
                        <a:srgbClr val="1A1414"/>
                      </a:solidFill>
                      <a:prstDash val="sysDot"/>
                    </a:lnL>
                    <a:lnR w="9525">
                      <a:solidFill>
                        <a:srgbClr val="1A1414"/>
                      </a:solidFill>
                      <a:prstDash val="sysDot"/>
                    </a:lnR>
                    <a:lnT w="9525">
                      <a:solidFill>
                        <a:srgbClr val="1A1414"/>
                      </a:solidFill>
                      <a:prstDash val="sysDot"/>
                    </a:lnT>
                    <a:lnB w="9525">
                      <a:solidFill>
                        <a:srgbClr val="1A1414"/>
                      </a:solidFill>
                      <a:prstDash val="sysDot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nA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Deco 5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5989320" y="2651760"/>
            <a:ext cx="1600200" cy="1869393"/>
          </a:xfrm>
          <a:prstGeom prst="rect">
            <a:avLst/>
          </a:prstGeom>
        </p:spPr>
      </p:pic>
      <p:sp>
        <p:nvSpPr>
          <p:cNvPr id="6" name="Center 6"/>
          <p:cNvSpPr txBox="1"/>
          <p:nvPr/>
        </p:nvSpPr>
        <p:spPr>
          <a:xfrm>
            <a:off x="1463040" y="1783080"/>
            <a:ext cx="5394960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600"/>
              </a:spcAft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궁금한 점이 있다면 질문해주세요</a:t>
            </a:r>
          </a:p>
          <a:p>
            <a:pPr algn="ctr" marL="0" indent="0">
              <a:buNone/>
            </a:pPr>
            <a:r>
              <a:rPr lang="ko-KR" altLang="en-US" sz="40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Q&amp;A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CForm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Deco 5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914400" y="2926080"/>
            <a:ext cx="2331720" cy="1273294"/>
          </a:xfrm>
          <a:prstGeom prst="rect">
            <a:avLst/>
          </a:prstGeom>
        </p:spPr>
      </p:pic>
      <p:sp>
        <p:nvSpPr>
          <p:cNvPr id="6" name="Center 6"/>
          <p:cNvSpPr txBox="1"/>
          <p:nvPr/>
        </p:nvSpPr>
        <p:spPr>
          <a:xfrm>
            <a:off x="1463040" y="1600200"/>
            <a:ext cx="5394960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600"/>
              </a:spcAft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사회자 멘트 종합 공지</a:t>
            </a:r>
          </a:p>
          <a:p>
            <a:pPr algn="ctr" marL="0" indent="0">
              <a:buNone/>
            </a:pPr>
            <a:r>
              <a:rPr lang="ko-KR" altLang="en-US" sz="32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구글폼으로 제출해주세요</a:t>
            </a:r>
          </a:p>
        </p:txBody>
      </p:sp>
      <p:sp>
        <p:nvSpPr>
          <p:cNvPr id="7" name="Shape 7"/>
          <p:cNvSpPr/>
          <p:nvPr/>
        </p:nvSpPr>
        <p:spPr>
          <a:xfrm>
            <a:off x="2788920" y="306324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1414"/>
            </a:solidFill>
            <a:prstDash val="sysDot"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2788920" y="30632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buNone/>
            </a:pPr>
            <a:r>
              <a:rPr lang="ko-KR" altLang="en-US" sz="1300" spc="-30" kern="0" dirty="0">
                <a:solidFill>
                  <a:srgbClr val="6B6461"/>
                </a:solidFill>
                <a:latin typeface="KoddiUD OnGothic"/>
                <a:ea typeface="KoddiUD OnGothic"/>
                <a:cs typeface="KoddiUD OnGothic"/>
              </a:rPr>
              <a:t>구글폼 링크 / QR 삽입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anks">
    <p:bg>
      <p:bgPr>
        <a:solidFill>
          <a:srgbClr val="F0E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 descr=""/>
          <p:cNvPicPr>
            <a:picLocks noChangeAspect="1"/>
          </p:cNvPicPr>
          <p:nvPr/>
        </p:nvPicPr>
        <p:blipFill>
          <a:blip r:embed="rId1"/>
          <a:srcRect b="369"/>
          <a:stretch>
            <a:fillRect/>
          </a:stretch>
        </p:blipFill>
        <p:spPr>
          <a:xfrm>
            <a:off x="0" y="-19050"/>
            <a:ext cx="9144000" cy="5143500"/>
          </a:xfrm>
          <a:prstGeom prst="rect">
            <a:avLst/>
          </a:prstGeom>
        </p:spPr>
      </p:pic>
      <p:pic>
        <p:nvPicPr>
          <p:cNvPr id="4" name="Frame 4" descr=""/>
          <p:cNvPicPr>
            <a:picLocks noChangeAspect="1"/>
          </p:cNvPicPr>
          <p:nvPr/>
        </p:nvPicPr>
        <p:blipFill>
          <a:blip r:embed="rId2"/>
          <a:srcRect b="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Deco 5" descr=""/>
          <p:cNvPicPr>
            <a:picLocks noChangeAspect="1"/>
          </p:cNvPicPr>
          <p:nvPr/>
        </p:nvPicPr>
        <p:blipFill>
          <a:blip r:embed="rId3"/>
          <a:srcRect b="0"/>
          <a:stretch>
            <a:fillRect/>
          </a:stretch>
        </p:blipFill>
        <p:spPr>
          <a:xfrm>
            <a:off x="5806440" y="2514600"/>
            <a:ext cx="2103120" cy="1675442"/>
          </a:xfrm>
          <a:prstGeom prst="rect">
            <a:avLst/>
          </a:prstGeom>
        </p:spPr>
      </p:pic>
      <p:sp>
        <p:nvSpPr>
          <p:cNvPr id="6" name="Center 6"/>
          <p:cNvSpPr txBox="1"/>
          <p:nvPr/>
        </p:nvSpPr>
        <p:spPr>
          <a:xfrm>
            <a:off x="1463040" y="1783080"/>
            <a:ext cx="5394960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600"/>
              </a:spcAft>
              <a:buNone/>
            </a:pPr>
            <a:r>
              <a:rPr lang="ko-KR" altLang="en-US" sz="1800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2026 한동 축제 무대운영팀</a:t>
            </a:r>
          </a:p>
          <a:p>
            <a:pPr algn="ctr" marL="0" indent="0">
              <a:buNone/>
            </a:pPr>
            <a:r>
              <a:rPr lang="ko-KR" altLang="en-US" sz="4000" b="1" spc="-30" kern="0" dirty="0">
                <a:solidFill>
                  <a:srgbClr val="1A1414"/>
                </a:solidFill>
                <a:latin typeface="KoddiUD OnGothic"/>
                <a:ea typeface="KoddiUD OnGothic"/>
                <a:cs typeface="KoddiUD OnGothic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2026-10-10T06:30:19Z</dcterms:created>
  <dcterms:modified xsi:type="dcterms:W3CDTF">2026-10-10T06:30:19Z</dcterms:modified>
</cp:coreProperties>
</file>