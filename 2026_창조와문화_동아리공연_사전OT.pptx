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3726942"/>
            <a:ext cx="278755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00" spc="-16" kern="0" dirty="0">
                <a:solidFill>
                  <a:srgbClr val="8A8A8A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 공연 사전 OT</a:t>
            </a:r>
            <a:endParaRPr lang="en-US" sz="2200" dirty="0"/>
          </a:p>
        </p:txBody>
      </p:sp>
      <p:sp>
        <p:nvSpPr>
          <p:cNvPr id="3" name="text-2"/>
          <p:cNvSpPr txBox="1"/>
          <p:nvPr/>
        </p:nvSpPr>
        <p:spPr>
          <a:xfrm>
            <a:off x="660400" y="4129405"/>
            <a:ext cx="652274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spc="-480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별 꿈이 다 있네</a:t>
            </a:r>
            <a:endParaRPr lang="en-US" sz="80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5893943"/>
            <a:ext cx="312965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2026 한동대학교 창문축제 | 무대운영팀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25563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2026 창문축제 | 동아리 공연 사전 OT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7995" y="434721"/>
            <a:ext cx="85030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02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983107"/>
            <a:ext cx="4244975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오늘 전해드릴 3가지</a:t>
            </a:r>
            <a:endParaRPr lang="en-US" sz="3700" dirty="0"/>
          </a:p>
        </p:txBody>
      </p:sp>
      <p:sp>
        <p:nvSpPr>
          <p:cNvPr id="5" name="text-4"/>
          <p:cNvSpPr txBox="1"/>
          <p:nvPr/>
        </p:nvSpPr>
        <p:spPr>
          <a:xfrm>
            <a:off x="4791075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6" name="text-5"/>
          <p:cNvSpPr txBox="1"/>
          <p:nvPr/>
        </p:nvSpPr>
        <p:spPr>
          <a:xfrm>
            <a:off x="5080496" y="1192276"/>
            <a:ext cx="146575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사전 OT 안내</a:t>
            </a:r>
            <a:endParaRPr lang="en-US" sz="1600" dirty="0"/>
          </a:p>
        </p:txBody>
      </p:sp>
      <p:sp>
        <p:nvSpPr>
          <p:cNvPr id="7" name="text-6"/>
          <p:cNvSpPr txBox="1"/>
          <p:nvPr/>
        </p:nvSpPr>
        <p:spPr>
          <a:xfrm>
            <a:off x="698500" y="1885442"/>
            <a:ext cx="5719465" cy="34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성공적인 공연을 위해 오늘은 크게 </a:t>
            </a:r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세 가지</a:t>
            </a:r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를 전달드립니다.</a:t>
            </a:r>
            <a:endParaRPr lang="en-US" sz="1700" dirty="0"/>
          </a:p>
        </p:txBody>
      </p:sp>
      <p:sp>
        <p:nvSpPr>
          <p:cNvPr id="8" name="text-7"/>
          <p:cNvSpPr txBox="1"/>
          <p:nvPr/>
        </p:nvSpPr>
        <p:spPr>
          <a:xfrm>
            <a:off x="952500" y="3059557"/>
            <a:ext cx="50780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spc="48" kern="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-8"/>
          <p:cNvSpPr txBox="1"/>
          <p:nvPr/>
        </p:nvSpPr>
        <p:spPr>
          <a:xfrm>
            <a:off x="952500" y="3316668"/>
            <a:ext cx="139878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향후 일정</a:t>
            </a:r>
            <a:endParaRPr lang="en-US" sz="2100" dirty="0"/>
          </a:p>
        </p:txBody>
      </p:sp>
      <p:sp>
        <p:nvSpPr>
          <p:cNvPr id="10" name="text-9"/>
          <p:cNvSpPr txBox="1"/>
          <p:nvPr/>
        </p:nvSpPr>
        <p:spPr>
          <a:xfrm>
            <a:off x="952500" y="3747695"/>
            <a:ext cx="2029222" cy="531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리허설과 공연 일정,</a:t>
            </a: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동아리별 무대 타임라인</a:t>
            </a:r>
            <a:endParaRPr lang="en-US" sz="1350" dirty="0"/>
          </a:p>
        </p:txBody>
      </p:sp>
      <p:sp>
        <p:nvSpPr>
          <p:cNvPr id="11" name="text-10"/>
          <p:cNvSpPr txBox="1"/>
          <p:nvPr/>
        </p:nvSpPr>
        <p:spPr>
          <a:xfrm>
            <a:off x="4601567" y="3059557"/>
            <a:ext cx="50581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spc="48" kern="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-11"/>
          <p:cNvSpPr txBox="1"/>
          <p:nvPr/>
        </p:nvSpPr>
        <p:spPr>
          <a:xfrm>
            <a:off x="4601567" y="3316668"/>
            <a:ext cx="198477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공연 기획 사항</a:t>
            </a:r>
            <a:endParaRPr lang="en-US" sz="2100" dirty="0"/>
          </a:p>
        </p:txBody>
      </p:sp>
      <p:sp>
        <p:nvSpPr>
          <p:cNvPr id="13" name="text-12"/>
          <p:cNvSpPr txBox="1"/>
          <p:nvPr/>
        </p:nvSpPr>
        <p:spPr>
          <a:xfrm>
            <a:off x="4601567" y="3747695"/>
            <a:ext cx="2831902" cy="531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오프닝 · 꿈 소개 · 공연 · 퇴장까지</a:t>
            </a: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동아리별로 준비할 내용</a:t>
            </a:r>
            <a:endParaRPr lang="en-US" sz="1350" dirty="0"/>
          </a:p>
        </p:txBody>
      </p:sp>
      <p:sp>
        <p:nvSpPr>
          <p:cNvPr id="14" name="text-13"/>
          <p:cNvSpPr txBox="1"/>
          <p:nvPr/>
        </p:nvSpPr>
        <p:spPr>
          <a:xfrm>
            <a:off x="8250734" y="3059557"/>
            <a:ext cx="50581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spc="48" kern="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-14"/>
          <p:cNvSpPr txBox="1"/>
          <p:nvPr/>
        </p:nvSpPr>
        <p:spPr>
          <a:xfrm>
            <a:off x="8250734" y="3316668"/>
            <a:ext cx="139878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제출 자료</a:t>
            </a:r>
            <a:endParaRPr lang="en-US" sz="2100" dirty="0"/>
          </a:p>
        </p:txBody>
      </p:sp>
      <p:sp>
        <p:nvSpPr>
          <p:cNvPr id="16" name="text-15"/>
          <p:cNvSpPr txBox="1"/>
          <p:nvPr/>
        </p:nvSpPr>
        <p:spPr>
          <a:xfrm>
            <a:off x="8250734" y="3747695"/>
            <a:ext cx="2656284" cy="531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큐시트 · 스크립트 · 동아리의 꿈</a:t>
            </a: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음원 파일 · 가사 PPT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25563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2026 창문축제 | 동아리 공연 사전 OT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7995" y="434721"/>
            <a:ext cx="85030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03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983107"/>
            <a:ext cx="1164729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목차</a:t>
            </a:r>
            <a:endParaRPr lang="en-US" sz="3700" dirty="0"/>
          </a:p>
        </p:txBody>
      </p:sp>
      <p:sp>
        <p:nvSpPr>
          <p:cNvPr id="5" name="text-4"/>
          <p:cNvSpPr txBox="1"/>
          <p:nvPr/>
        </p:nvSpPr>
        <p:spPr>
          <a:xfrm>
            <a:off x="1710829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6" name="text-5"/>
          <p:cNvSpPr txBox="1"/>
          <p:nvPr/>
        </p:nvSpPr>
        <p:spPr>
          <a:xfrm>
            <a:off x="2000250" y="1192276"/>
            <a:ext cx="137447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7" name="text-6"/>
          <p:cNvSpPr txBox="1"/>
          <p:nvPr/>
        </p:nvSpPr>
        <p:spPr>
          <a:xfrm>
            <a:off x="698500" y="2077593"/>
            <a:ext cx="51157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35185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-7"/>
          <p:cNvSpPr txBox="1"/>
          <p:nvPr/>
        </p:nvSpPr>
        <p:spPr>
          <a:xfrm>
            <a:off x="1460500" y="2035048"/>
            <a:ext cx="191214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공연 개요 · 컨셉</a:t>
            </a:r>
            <a:endParaRPr lang="en-US" sz="1800" dirty="0"/>
          </a:p>
        </p:txBody>
      </p:sp>
      <p:sp>
        <p:nvSpPr>
          <p:cNvPr id="9" name="text-8"/>
          <p:cNvSpPr txBox="1"/>
          <p:nvPr/>
        </p:nvSpPr>
        <p:spPr>
          <a:xfrm>
            <a:off x="10746482" y="2098421"/>
            <a:ext cx="105181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0" name="text-9"/>
          <p:cNvSpPr txBox="1"/>
          <p:nvPr/>
        </p:nvSpPr>
        <p:spPr>
          <a:xfrm>
            <a:off x="698500" y="2642743"/>
            <a:ext cx="5093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0D096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-10"/>
          <p:cNvSpPr txBox="1"/>
          <p:nvPr/>
        </p:nvSpPr>
        <p:spPr>
          <a:xfrm>
            <a:off x="1460500" y="2600198"/>
            <a:ext cx="124112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공연 일정</a:t>
            </a:r>
            <a:endParaRPr lang="en-US" sz="1800" dirty="0"/>
          </a:p>
        </p:txBody>
      </p:sp>
      <p:sp>
        <p:nvSpPr>
          <p:cNvPr id="12" name="text-11"/>
          <p:cNvSpPr txBox="1"/>
          <p:nvPr/>
        </p:nvSpPr>
        <p:spPr>
          <a:xfrm>
            <a:off x="10779522" y="2663571"/>
            <a:ext cx="101877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SCHEDULE</a:t>
            </a:r>
            <a:endParaRPr lang="en-US" sz="1100" dirty="0"/>
          </a:p>
        </p:txBody>
      </p:sp>
      <p:sp>
        <p:nvSpPr>
          <p:cNvPr id="13" name="text-12"/>
          <p:cNvSpPr txBox="1"/>
          <p:nvPr/>
        </p:nvSpPr>
        <p:spPr>
          <a:xfrm>
            <a:off x="698500" y="3207893"/>
            <a:ext cx="5093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891C3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-13"/>
          <p:cNvSpPr txBox="1"/>
          <p:nvPr/>
        </p:nvSpPr>
        <p:spPr>
          <a:xfrm>
            <a:off x="1460500" y="3165348"/>
            <a:ext cx="217735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무대 세부 타임라인</a:t>
            </a:r>
            <a:endParaRPr lang="en-US" sz="1800" dirty="0"/>
          </a:p>
        </p:txBody>
      </p:sp>
      <p:sp>
        <p:nvSpPr>
          <p:cNvPr id="15" name="text-14"/>
          <p:cNvSpPr txBox="1"/>
          <p:nvPr/>
        </p:nvSpPr>
        <p:spPr>
          <a:xfrm>
            <a:off x="10838061" y="3228721"/>
            <a:ext cx="96023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6" name="text-15"/>
          <p:cNvSpPr txBox="1"/>
          <p:nvPr/>
        </p:nvSpPr>
        <p:spPr>
          <a:xfrm>
            <a:off x="698500" y="3773043"/>
            <a:ext cx="5093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6E25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-16"/>
          <p:cNvSpPr txBox="1"/>
          <p:nvPr/>
        </p:nvSpPr>
        <p:spPr>
          <a:xfrm>
            <a:off x="1460500" y="3730498"/>
            <a:ext cx="206305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요청사항 · 큐시트</a:t>
            </a:r>
            <a:endParaRPr lang="en-US" sz="1800" dirty="0"/>
          </a:p>
        </p:txBody>
      </p:sp>
      <p:sp>
        <p:nvSpPr>
          <p:cNvPr id="18" name="text-17"/>
          <p:cNvSpPr txBox="1"/>
          <p:nvPr/>
        </p:nvSpPr>
        <p:spPr>
          <a:xfrm>
            <a:off x="10795595" y="3793871"/>
            <a:ext cx="100270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REQUESTS</a:t>
            </a:r>
            <a:endParaRPr lang="en-US" sz="1100" dirty="0"/>
          </a:p>
        </p:txBody>
      </p:sp>
      <p:sp>
        <p:nvSpPr>
          <p:cNvPr id="19" name="text-18"/>
          <p:cNvSpPr txBox="1"/>
          <p:nvPr/>
        </p:nvSpPr>
        <p:spPr>
          <a:xfrm>
            <a:off x="698500" y="4338193"/>
            <a:ext cx="5103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35185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-19"/>
          <p:cNvSpPr txBox="1"/>
          <p:nvPr/>
        </p:nvSpPr>
        <p:spPr>
          <a:xfrm>
            <a:off x="1460500" y="4295648"/>
            <a:ext cx="246132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동아리 공연 순서 발표</a:t>
            </a:r>
            <a:endParaRPr lang="en-US" sz="1800" dirty="0"/>
          </a:p>
        </p:txBody>
      </p:sp>
      <p:sp>
        <p:nvSpPr>
          <p:cNvPr id="21" name="text-20"/>
          <p:cNvSpPr txBox="1"/>
          <p:nvPr/>
        </p:nvSpPr>
        <p:spPr>
          <a:xfrm>
            <a:off x="10325596" y="4359021"/>
            <a:ext cx="147270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RUNNING ORDER</a:t>
            </a:r>
            <a:endParaRPr lang="en-US" sz="1100" dirty="0"/>
          </a:p>
        </p:txBody>
      </p:sp>
      <p:sp>
        <p:nvSpPr>
          <p:cNvPr id="22" name="text-21"/>
          <p:cNvSpPr txBox="1"/>
          <p:nvPr/>
        </p:nvSpPr>
        <p:spPr>
          <a:xfrm>
            <a:off x="698500" y="4903343"/>
            <a:ext cx="51157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0D096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-22"/>
          <p:cNvSpPr txBox="1"/>
          <p:nvPr/>
        </p:nvSpPr>
        <p:spPr>
          <a:xfrm>
            <a:off x="1460500" y="4860798"/>
            <a:ext cx="246132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사회자 멘트 종합 공지</a:t>
            </a:r>
            <a:endParaRPr lang="en-US" sz="1800" dirty="0"/>
          </a:p>
        </p:txBody>
      </p:sp>
      <p:sp>
        <p:nvSpPr>
          <p:cNvPr id="24" name="text-23"/>
          <p:cNvSpPr txBox="1"/>
          <p:nvPr/>
        </p:nvSpPr>
        <p:spPr>
          <a:xfrm>
            <a:off x="10726936" y="4924171"/>
            <a:ext cx="107136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MC NOTICE</a:t>
            </a:r>
            <a:endParaRPr lang="en-US" sz="1100" dirty="0"/>
          </a:p>
        </p:txBody>
      </p:sp>
      <p:sp>
        <p:nvSpPr>
          <p:cNvPr id="25" name="text-24"/>
          <p:cNvSpPr txBox="1"/>
          <p:nvPr/>
        </p:nvSpPr>
        <p:spPr>
          <a:xfrm>
            <a:off x="698500" y="5468493"/>
            <a:ext cx="5093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891C3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07</a:t>
            </a:r>
            <a:endParaRPr lang="en-US" sz="1300" dirty="0"/>
          </a:p>
        </p:txBody>
      </p:sp>
      <p:sp>
        <p:nvSpPr>
          <p:cNvPr id="26" name="text-25"/>
          <p:cNvSpPr txBox="1"/>
          <p:nvPr/>
        </p:nvSpPr>
        <p:spPr>
          <a:xfrm>
            <a:off x="1460500" y="5425948"/>
            <a:ext cx="81379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Q&amp;A</a:t>
            </a:r>
            <a:endParaRPr lang="en-US" sz="1800" dirty="0"/>
          </a:p>
        </p:txBody>
      </p:sp>
      <p:sp>
        <p:nvSpPr>
          <p:cNvPr id="27" name="text-26"/>
          <p:cNvSpPr txBox="1"/>
          <p:nvPr/>
        </p:nvSpPr>
        <p:spPr>
          <a:xfrm>
            <a:off x="10701437" y="5489321"/>
            <a:ext cx="1096863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QUESTIONS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9504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01 공연 개요 | OVERVIEW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7995" y="434721"/>
            <a:ext cx="85030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04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92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D35185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5354" y="983107"/>
            <a:ext cx="2144514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공연 개요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3077468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3366889" y="1192276"/>
            <a:ext cx="241200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한눈에 보는 동아리 공연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698500" y="1495108"/>
            <a:ext cx="3453408" cy="2552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00"/>
              </a:lnSpc>
              <a:buNone/>
            </a:pPr>
            <a:r>
              <a:rPr lang="en-US" sz="1650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13</a:t>
            </a:r>
            <a:pPr algn="l" indent="0" marL="0">
              <a:lnSpc>
                <a:spcPts val="201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팀</a:t>
            </a:r>
            <a:endParaRPr lang="en-US" sz="16500" dirty="0"/>
          </a:p>
        </p:txBody>
      </p:sp>
      <p:sp>
        <p:nvSpPr>
          <p:cNvPr id="9" name="text-8"/>
          <p:cNvSpPr txBox="1"/>
          <p:nvPr/>
        </p:nvSpPr>
        <p:spPr>
          <a:xfrm>
            <a:off x="736600" y="4049776"/>
            <a:ext cx="284489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총 13개 동아리가 함께합니다</a:t>
            </a:r>
            <a:endParaRPr lang="en-US" sz="1600" dirty="0"/>
          </a:p>
        </p:txBody>
      </p:sp>
      <p:sp>
        <p:nvSpPr>
          <p:cNvPr id="10" name="text-9"/>
          <p:cNvSpPr txBox="1"/>
          <p:nvPr/>
        </p:nvSpPr>
        <p:spPr>
          <a:xfrm>
            <a:off x="5715000" y="2118868"/>
            <a:ext cx="77420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타이틀</a:t>
            </a:r>
            <a:endParaRPr lang="en-US" sz="1300" dirty="0"/>
          </a:p>
        </p:txBody>
      </p:sp>
      <p:sp>
        <p:nvSpPr>
          <p:cNvPr id="11" name="text-10"/>
          <p:cNvSpPr txBox="1"/>
          <p:nvPr/>
        </p:nvSpPr>
        <p:spPr>
          <a:xfrm>
            <a:off x="7175500" y="2030603"/>
            <a:ext cx="2231926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별 꿈이 다 있네</a:t>
            </a:r>
            <a:endParaRPr lang="en-US" sz="2300" dirty="0"/>
          </a:p>
        </p:txBody>
      </p:sp>
      <p:sp>
        <p:nvSpPr>
          <p:cNvPr id="12" name="text-11"/>
          <p:cNvSpPr txBox="1"/>
          <p:nvPr/>
        </p:nvSpPr>
        <p:spPr>
          <a:xfrm>
            <a:off x="5715000" y="2741168"/>
            <a:ext cx="9781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축제 테마</a:t>
            </a:r>
            <a:endParaRPr lang="en-US" sz="1300" dirty="0"/>
          </a:p>
        </p:txBody>
      </p:sp>
      <p:sp>
        <p:nvSpPr>
          <p:cNvPr id="13" name="text-12"/>
          <p:cNvSpPr txBox="1"/>
          <p:nvPr/>
        </p:nvSpPr>
        <p:spPr>
          <a:xfrm>
            <a:off x="7175500" y="2680970"/>
            <a:ext cx="3246239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DREAMERS</a:t>
            </a:r>
            <a:pPr algn="l" indent="0" marL="0">
              <a:lnSpc>
                <a:spcPts val="2450"/>
              </a:lnSpc>
              <a:buNone/>
            </a:pPr>
            <a:r>
              <a:rPr lang="en-US" sz="20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: 꿈꾸는 자들</a:t>
            </a:r>
            <a:endParaRPr lang="en-US" sz="2000" dirty="0"/>
          </a:p>
        </p:txBody>
      </p:sp>
      <p:sp>
        <p:nvSpPr>
          <p:cNvPr id="14" name="text-13"/>
          <p:cNvSpPr txBox="1"/>
          <p:nvPr/>
        </p:nvSpPr>
        <p:spPr>
          <a:xfrm>
            <a:off x="5715000" y="3487293"/>
            <a:ext cx="9781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공연 방식</a:t>
            </a:r>
            <a:endParaRPr lang="en-US" sz="1300" dirty="0"/>
          </a:p>
        </p:txBody>
      </p:sp>
      <p:sp>
        <p:nvSpPr>
          <p:cNvPr id="15" name="text-14"/>
          <p:cNvSpPr txBox="1"/>
          <p:nvPr/>
        </p:nvSpPr>
        <p:spPr>
          <a:xfrm>
            <a:off x="7175500" y="3278251"/>
            <a:ext cx="449282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동아리의 </a:t>
            </a:r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꿈</a:t>
            </a:r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을 소개하고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춤 · 노래 · 악기 연주 등 각 동아리만의 방식으로</a:t>
            </a:r>
            <a:endParaRPr lang="en-US" sz="1600" dirty="0"/>
          </a:p>
        </p:txBody>
      </p:sp>
      <p:sp>
        <p:nvSpPr>
          <p:cNvPr id="16" name="text-15"/>
          <p:cNvSpPr txBox="1"/>
          <p:nvPr/>
        </p:nvSpPr>
        <p:spPr>
          <a:xfrm>
            <a:off x="5715000" y="4357243"/>
            <a:ext cx="77420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공연일</a:t>
            </a:r>
            <a:endParaRPr lang="en-US" sz="1300" dirty="0"/>
          </a:p>
        </p:txBody>
      </p:sp>
      <p:sp>
        <p:nvSpPr>
          <p:cNvPr id="17" name="text-16"/>
          <p:cNvSpPr txBox="1"/>
          <p:nvPr/>
        </p:nvSpPr>
        <p:spPr>
          <a:xfrm>
            <a:off x="7175500" y="4174998"/>
            <a:ext cx="2611239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DAY2</a:t>
            </a:r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11.05 (목) · 7팀</a:t>
            </a:r>
            <a:endParaRPr lang="en-US" sz="18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DAY3</a:t>
            </a:r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11.06 (금) · 6팀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9504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01 공연 개요 | OVERVIEW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7202" y="434721"/>
            <a:ext cx="851098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05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92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D35185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5354" y="983107"/>
            <a:ext cx="4533900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타이틀의 두 가지 의미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5466854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5756275" y="1192276"/>
            <a:ext cx="16398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별 꿈이 다 있네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1315641" y="3778026"/>
            <a:ext cx="1432620" cy="944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20"/>
              </a:lnSpc>
              <a:buNone/>
            </a:pPr>
            <a:r>
              <a:rPr lang="en-US" sz="31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별의별</a:t>
            </a:r>
            <a:endParaRPr lang="en-US" sz="3100" dirty="0"/>
          </a:p>
          <a:p>
            <a:pPr algn="ctr" indent="0" marL="0">
              <a:lnSpc>
                <a:spcPts val="3720"/>
              </a:lnSpc>
              <a:buNone/>
            </a:pPr>
            <a:r>
              <a:rPr lang="en-US" sz="31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꿈</a:t>
            </a:r>
            <a:endParaRPr lang="en-US" sz="3100" dirty="0"/>
          </a:p>
        </p:txBody>
      </p:sp>
      <p:sp>
        <p:nvSpPr>
          <p:cNvPr id="9" name="text-8"/>
          <p:cNvSpPr txBox="1"/>
          <p:nvPr/>
        </p:nvSpPr>
        <p:spPr>
          <a:xfrm>
            <a:off x="3734098" y="2635026"/>
            <a:ext cx="1548705" cy="944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20"/>
              </a:lnSpc>
              <a:buNone/>
            </a:pPr>
            <a:r>
              <a:rPr lang="en-US" sz="31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별 같은</a:t>
            </a:r>
            <a:endParaRPr lang="en-US" sz="3100" dirty="0"/>
          </a:p>
          <a:p>
            <a:pPr algn="ctr" indent="0" marL="0">
              <a:lnSpc>
                <a:spcPts val="3720"/>
              </a:lnSpc>
              <a:buNone/>
            </a:pPr>
            <a:r>
              <a:rPr lang="en-US" sz="31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꿈</a:t>
            </a:r>
            <a:endParaRPr lang="en-US" sz="3100" dirty="0"/>
          </a:p>
        </p:txBody>
      </p:sp>
      <p:sp>
        <p:nvSpPr>
          <p:cNvPr id="10" name="text-9"/>
          <p:cNvSpPr txBox="1"/>
          <p:nvPr/>
        </p:nvSpPr>
        <p:spPr>
          <a:xfrm>
            <a:off x="6604000" y="2975229"/>
            <a:ext cx="52744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D35185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-10"/>
          <p:cNvSpPr txBox="1"/>
          <p:nvPr/>
        </p:nvSpPr>
        <p:spPr>
          <a:xfrm>
            <a:off x="7175500" y="2616581"/>
            <a:ext cx="333275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다양한 동아리의 다양한 꿈</a:t>
            </a:r>
            <a:endParaRPr lang="en-US" sz="2100" dirty="0"/>
          </a:p>
        </p:txBody>
      </p:sp>
      <p:sp>
        <p:nvSpPr>
          <p:cNvPr id="12" name="text-11"/>
          <p:cNvSpPr txBox="1"/>
          <p:nvPr/>
        </p:nvSpPr>
        <p:spPr>
          <a:xfrm>
            <a:off x="7175500" y="3010154"/>
            <a:ext cx="270262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한동의 여러 동아리들이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저마다 다른 꿈을 꾸고 있습니다</a:t>
            </a:r>
            <a:endParaRPr lang="en-US" sz="1400" dirty="0"/>
          </a:p>
        </p:txBody>
      </p:sp>
      <p:sp>
        <p:nvSpPr>
          <p:cNvPr id="13" name="text-12"/>
          <p:cNvSpPr txBox="1"/>
          <p:nvPr/>
        </p:nvSpPr>
        <p:spPr>
          <a:xfrm>
            <a:off x="6604000" y="4334129"/>
            <a:ext cx="52516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6E25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-13"/>
          <p:cNvSpPr txBox="1"/>
          <p:nvPr/>
        </p:nvSpPr>
        <p:spPr>
          <a:xfrm>
            <a:off x="7175500" y="3975481"/>
            <a:ext cx="249277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별처럼 반짝이는 꿈</a:t>
            </a:r>
            <a:endParaRPr lang="en-US" sz="2100" dirty="0"/>
          </a:p>
        </p:txBody>
      </p:sp>
      <p:sp>
        <p:nvSpPr>
          <p:cNvPr id="15" name="text-14"/>
          <p:cNvSpPr txBox="1"/>
          <p:nvPr/>
        </p:nvSpPr>
        <p:spPr>
          <a:xfrm>
            <a:off x="7175500" y="4369054"/>
            <a:ext cx="2262684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동아리들의 꿈이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밤하늘의 별처럼 빛납니다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9504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01 공연 개요 | OVERVIEW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6209" y="434721"/>
            <a:ext cx="85209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06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92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D35185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5354" y="983107"/>
            <a:ext cx="1164729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컨셉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2097683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2387104" y="1192276"/>
            <a:ext cx="27127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별 · 별자리 · 한동의 밤하늘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698500" y="1885442"/>
            <a:ext cx="7754739" cy="34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어둑해질 무렵 진행되는 축제, </a:t>
            </a:r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평봉필드에 누워 별을 보던 기억</a:t>
            </a:r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에서 출발했습니다.</a:t>
            </a:r>
            <a:endParaRPr lang="en-US" sz="1700" dirty="0"/>
          </a:p>
        </p:txBody>
      </p:sp>
      <p:sp>
        <p:nvSpPr>
          <p:cNvPr id="9" name="text-8"/>
          <p:cNvSpPr txBox="1"/>
          <p:nvPr/>
        </p:nvSpPr>
        <p:spPr>
          <a:xfrm>
            <a:off x="882749" y="4268343"/>
            <a:ext cx="40620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-9"/>
          <p:cNvSpPr txBox="1"/>
          <p:nvPr/>
        </p:nvSpPr>
        <p:spPr>
          <a:xfrm>
            <a:off x="698500" y="4759198"/>
            <a:ext cx="239474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동아리원 개개인의 꿈</a:t>
            </a:r>
            <a:endParaRPr lang="en-US" sz="1800" dirty="0"/>
          </a:p>
        </p:txBody>
      </p:sp>
      <p:sp>
        <p:nvSpPr>
          <p:cNvPr id="11" name="text-10"/>
          <p:cNvSpPr txBox="1"/>
          <p:nvPr/>
        </p:nvSpPr>
        <p:spPr>
          <a:xfrm>
            <a:off x="698500" y="5116068"/>
            <a:ext cx="2059484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한 사람 한 사람과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그 사람의 꿈이 하나의 별</a:t>
            </a:r>
            <a:endParaRPr lang="en-US" sz="1300" dirty="0"/>
          </a:p>
        </p:txBody>
      </p:sp>
      <p:sp>
        <p:nvSpPr>
          <p:cNvPr id="12" name="text-11"/>
          <p:cNvSpPr txBox="1"/>
          <p:nvPr/>
        </p:nvSpPr>
        <p:spPr>
          <a:xfrm>
            <a:off x="4482108" y="4268343"/>
            <a:ext cx="40401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-12"/>
          <p:cNvSpPr txBox="1"/>
          <p:nvPr/>
        </p:nvSpPr>
        <p:spPr>
          <a:xfrm>
            <a:off x="4296767" y="4759198"/>
            <a:ext cx="187027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별자리 = 동아리</a:t>
            </a:r>
            <a:endParaRPr lang="en-US" sz="1800" dirty="0"/>
          </a:p>
        </p:txBody>
      </p:sp>
      <p:sp>
        <p:nvSpPr>
          <p:cNvPr id="14" name="text-13"/>
          <p:cNvSpPr txBox="1"/>
          <p:nvPr/>
        </p:nvSpPr>
        <p:spPr>
          <a:xfrm>
            <a:off x="4296767" y="5116068"/>
            <a:ext cx="2120999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별들이 모여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하나의 별자리를 이룹니다</a:t>
            </a:r>
            <a:endParaRPr lang="en-US" sz="1300" dirty="0"/>
          </a:p>
        </p:txBody>
      </p:sp>
      <p:sp>
        <p:nvSpPr>
          <p:cNvPr id="15" name="text-14"/>
          <p:cNvSpPr txBox="1"/>
          <p:nvPr/>
        </p:nvSpPr>
        <p:spPr>
          <a:xfrm>
            <a:off x="8080474" y="4268343"/>
            <a:ext cx="40401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-15"/>
          <p:cNvSpPr txBox="1"/>
          <p:nvPr/>
        </p:nvSpPr>
        <p:spPr>
          <a:xfrm>
            <a:off x="7895134" y="4759198"/>
            <a:ext cx="23717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한동의 밤하늘 = 축제</a:t>
            </a:r>
            <a:endParaRPr lang="en-US" sz="1800" dirty="0"/>
          </a:p>
        </p:txBody>
      </p:sp>
      <p:sp>
        <p:nvSpPr>
          <p:cNvPr id="17" name="text-16"/>
          <p:cNvSpPr txBox="1"/>
          <p:nvPr/>
        </p:nvSpPr>
        <p:spPr>
          <a:xfrm>
            <a:off x="7895134" y="5116068"/>
            <a:ext cx="2120999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별자리들이 함께 빛나도록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모이는 곳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9504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01 공연 개요 | OVERVIEW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7995" y="434721"/>
            <a:ext cx="85030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07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92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D35185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5354" y="983107"/>
            <a:ext cx="2574429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별자리 로고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3507383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3796804" y="1192276"/>
            <a:ext cx="128934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예시 · MIC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698500" y="2443607"/>
            <a:ext cx="49569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-8"/>
          <p:cNvSpPr txBox="1"/>
          <p:nvPr/>
        </p:nvSpPr>
        <p:spPr>
          <a:xfrm>
            <a:off x="1206500" y="2224151"/>
            <a:ext cx="2991247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사전 구글폼 신청 때 받은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 공식 로고</a:t>
            </a:r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를 활용합니다</a:t>
            </a:r>
            <a:endParaRPr lang="en-US" sz="1600" dirty="0"/>
          </a:p>
        </p:txBody>
      </p:sp>
      <p:sp>
        <p:nvSpPr>
          <p:cNvPr id="10" name="text-9"/>
          <p:cNvSpPr txBox="1"/>
          <p:nvPr/>
        </p:nvSpPr>
        <p:spPr>
          <a:xfrm>
            <a:off x="698500" y="3338957"/>
            <a:ext cx="49371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-10"/>
          <p:cNvSpPr txBox="1"/>
          <p:nvPr/>
        </p:nvSpPr>
        <p:spPr>
          <a:xfrm>
            <a:off x="1206500" y="3119501"/>
            <a:ext cx="2798167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축제 디자인 컬러에 맞춰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별자리 로고</a:t>
            </a:r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로 제작 중입니다</a:t>
            </a:r>
            <a:endParaRPr lang="en-US" sz="1600" dirty="0"/>
          </a:p>
        </p:txBody>
      </p:sp>
      <p:sp>
        <p:nvSpPr>
          <p:cNvPr id="12" name="text-11"/>
          <p:cNvSpPr txBox="1"/>
          <p:nvPr/>
        </p:nvSpPr>
        <p:spPr>
          <a:xfrm>
            <a:off x="698500" y="4234307"/>
            <a:ext cx="49371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-12"/>
          <p:cNvSpPr txBox="1"/>
          <p:nvPr/>
        </p:nvSpPr>
        <p:spPr>
          <a:xfrm>
            <a:off x="1206500" y="4014851"/>
            <a:ext cx="26050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무대에서도 잘 보이도록,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 소개</a:t>
            </a:r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때 활용합니다</a:t>
            </a:r>
            <a:endParaRPr lang="en-US" sz="1600" dirty="0"/>
          </a:p>
        </p:txBody>
      </p:sp>
      <p:sp>
        <p:nvSpPr>
          <p:cNvPr id="14" name="text-13"/>
          <p:cNvSpPr txBox="1"/>
          <p:nvPr/>
        </p:nvSpPr>
        <p:spPr>
          <a:xfrm>
            <a:off x="9069784" y="6245415"/>
            <a:ext cx="2423716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10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동아리 공연 별자리 로고 예시 — MIC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91750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02 공연 일정 | SCHEDULE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6209" y="434721"/>
            <a:ext cx="85209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08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67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A0D096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2873" y="983107"/>
            <a:ext cx="4103985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리허설 및 공연 일정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5034459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5323880" y="1192276"/>
            <a:ext cx="132893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이틀간 진행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1054100" y="2210054"/>
            <a:ext cx="79325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DAY2</a:t>
            </a:r>
            <a:endParaRPr lang="en-US" sz="1400" dirty="0"/>
          </a:p>
        </p:txBody>
      </p:sp>
      <p:sp>
        <p:nvSpPr>
          <p:cNvPr id="9" name="text-8"/>
          <p:cNvSpPr txBox="1"/>
          <p:nvPr/>
        </p:nvSpPr>
        <p:spPr>
          <a:xfrm>
            <a:off x="952500" y="2690114"/>
            <a:ext cx="2904232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8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11.05 </a:t>
            </a:r>
            <a:pPr algn="l" indent="0" marL="0">
              <a:lnSpc>
                <a:spcPts val="5850"/>
              </a:lnSpc>
              <a:buNone/>
            </a:pPr>
            <a:r>
              <a:rPr lang="en-US" sz="200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목요일</a:t>
            </a:r>
            <a:endParaRPr lang="en-US" sz="4800" dirty="0"/>
          </a:p>
        </p:txBody>
      </p:sp>
      <p:sp>
        <p:nvSpPr>
          <p:cNvPr id="10" name="text-9"/>
          <p:cNvSpPr txBox="1"/>
          <p:nvPr/>
        </p:nvSpPr>
        <p:spPr>
          <a:xfrm>
            <a:off x="952500" y="3948664"/>
            <a:ext cx="81081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리허설</a:t>
            </a:r>
            <a:endParaRPr lang="en-US" sz="1400" dirty="0"/>
          </a:p>
        </p:txBody>
      </p:sp>
      <p:sp>
        <p:nvSpPr>
          <p:cNvPr id="11" name="text-10"/>
          <p:cNvSpPr txBox="1"/>
          <p:nvPr/>
        </p:nvSpPr>
        <p:spPr>
          <a:xfrm>
            <a:off x="2222500" y="3906119"/>
            <a:ext cx="192881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10:00 – 12:20</a:t>
            </a:r>
            <a:endParaRPr lang="en-US" sz="1900" dirty="0"/>
          </a:p>
        </p:txBody>
      </p:sp>
      <p:sp>
        <p:nvSpPr>
          <p:cNvPr id="12" name="text-11"/>
          <p:cNvSpPr txBox="1"/>
          <p:nvPr/>
        </p:nvSpPr>
        <p:spPr>
          <a:xfrm>
            <a:off x="952500" y="4526514"/>
            <a:ext cx="64214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공연</a:t>
            </a:r>
            <a:endParaRPr lang="en-US" sz="1400" dirty="0"/>
          </a:p>
        </p:txBody>
      </p:sp>
      <p:sp>
        <p:nvSpPr>
          <p:cNvPr id="13" name="text-12"/>
          <p:cNvSpPr txBox="1"/>
          <p:nvPr/>
        </p:nvSpPr>
        <p:spPr>
          <a:xfrm>
            <a:off x="2222500" y="4483969"/>
            <a:ext cx="193575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18:00 – 20:00</a:t>
            </a:r>
            <a:endParaRPr lang="en-US" sz="1900" dirty="0"/>
          </a:p>
        </p:txBody>
      </p:sp>
      <p:sp>
        <p:nvSpPr>
          <p:cNvPr id="14" name="text-13"/>
          <p:cNvSpPr txBox="1"/>
          <p:nvPr/>
        </p:nvSpPr>
        <p:spPr>
          <a:xfrm>
            <a:off x="952500" y="5104364"/>
            <a:ext cx="64214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참가</a:t>
            </a:r>
            <a:endParaRPr lang="en-US" sz="1400" dirty="0"/>
          </a:p>
        </p:txBody>
      </p:sp>
      <p:sp>
        <p:nvSpPr>
          <p:cNvPr id="15" name="text-14"/>
          <p:cNvSpPr txBox="1"/>
          <p:nvPr/>
        </p:nvSpPr>
        <p:spPr>
          <a:xfrm>
            <a:off x="2222500" y="5061819"/>
            <a:ext cx="67716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7팀</a:t>
            </a:r>
            <a:endParaRPr lang="en-US" sz="1900" dirty="0"/>
          </a:p>
        </p:txBody>
      </p:sp>
      <p:sp>
        <p:nvSpPr>
          <p:cNvPr id="16" name="text-15"/>
          <p:cNvSpPr txBox="1"/>
          <p:nvPr/>
        </p:nvSpPr>
        <p:spPr>
          <a:xfrm>
            <a:off x="6527800" y="2210054"/>
            <a:ext cx="79325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DAY3</a:t>
            </a:r>
            <a:endParaRPr lang="en-US" sz="1400" dirty="0"/>
          </a:p>
        </p:txBody>
      </p:sp>
      <p:sp>
        <p:nvSpPr>
          <p:cNvPr id="17" name="text-16"/>
          <p:cNvSpPr txBox="1"/>
          <p:nvPr/>
        </p:nvSpPr>
        <p:spPr>
          <a:xfrm>
            <a:off x="6426200" y="2690114"/>
            <a:ext cx="2908498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8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11.06 </a:t>
            </a:r>
            <a:pPr algn="l" indent="0" marL="0">
              <a:lnSpc>
                <a:spcPts val="5850"/>
              </a:lnSpc>
              <a:buNone/>
            </a:pPr>
            <a:r>
              <a:rPr lang="en-US" sz="200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금요일</a:t>
            </a:r>
            <a:endParaRPr lang="en-US" sz="4800" dirty="0"/>
          </a:p>
        </p:txBody>
      </p:sp>
      <p:sp>
        <p:nvSpPr>
          <p:cNvPr id="18" name="text-17"/>
          <p:cNvSpPr txBox="1"/>
          <p:nvPr/>
        </p:nvSpPr>
        <p:spPr>
          <a:xfrm>
            <a:off x="6426200" y="3948664"/>
            <a:ext cx="81081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리허설</a:t>
            </a:r>
            <a:endParaRPr lang="en-US" sz="1400" dirty="0"/>
          </a:p>
        </p:txBody>
      </p:sp>
      <p:sp>
        <p:nvSpPr>
          <p:cNvPr id="19" name="text-18"/>
          <p:cNvSpPr txBox="1"/>
          <p:nvPr/>
        </p:nvSpPr>
        <p:spPr>
          <a:xfrm>
            <a:off x="7696200" y="3906119"/>
            <a:ext cx="192881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10:00 – 12:00</a:t>
            </a:r>
            <a:endParaRPr lang="en-US" sz="1900" dirty="0"/>
          </a:p>
        </p:txBody>
      </p:sp>
      <p:sp>
        <p:nvSpPr>
          <p:cNvPr id="20" name="text-19"/>
          <p:cNvSpPr txBox="1"/>
          <p:nvPr/>
        </p:nvSpPr>
        <p:spPr>
          <a:xfrm>
            <a:off x="6426200" y="4526514"/>
            <a:ext cx="64214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공연</a:t>
            </a:r>
            <a:endParaRPr lang="en-US" sz="1400" dirty="0"/>
          </a:p>
        </p:txBody>
      </p:sp>
      <p:sp>
        <p:nvSpPr>
          <p:cNvPr id="21" name="text-20"/>
          <p:cNvSpPr txBox="1"/>
          <p:nvPr/>
        </p:nvSpPr>
        <p:spPr>
          <a:xfrm>
            <a:off x="7696200" y="4483969"/>
            <a:ext cx="192782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17:45 – 19:30</a:t>
            </a:r>
            <a:endParaRPr lang="en-US" sz="1900" dirty="0"/>
          </a:p>
        </p:txBody>
      </p:sp>
      <p:sp>
        <p:nvSpPr>
          <p:cNvPr id="22" name="text-21"/>
          <p:cNvSpPr txBox="1"/>
          <p:nvPr/>
        </p:nvSpPr>
        <p:spPr>
          <a:xfrm>
            <a:off x="6426200" y="5104364"/>
            <a:ext cx="64214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참가</a:t>
            </a:r>
            <a:endParaRPr lang="en-US" sz="1400" dirty="0"/>
          </a:p>
        </p:txBody>
      </p:sp>
      <p:sp>
        <p:nvSpPr>
          <p:cNvPr id="23" name="text-22"/>
          <p:cNvSpPr txBox="1"/>
          <p:nvPr/>
        </p:nvSpPr>
        <p:spPr>
          <a:xfrm>
            <a:off x="7696200" y="5061819"/>
            <a:ext cx="67716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6팀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24271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03 무대 세부 타임라인 | TIMELINE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6209" y="434721"/>
            <a:ext cx="85209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09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67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8891C3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2873" y="983107"/>
            <a:ext cx="3984129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무대 세부 타임라인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4914602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5204023" y="1192276"/>
            <a:ext cx="156874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동아리별 15분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698500" y="1885442"/>
            <a:ext cx="7790259" cy="34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이 구성을 꼭 기억해주세요. </a:t>
            </a:r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3′ 오프닝 + 10′ 동아리 공연 + 2′ 퇴장 및 사회자 멘트</a:t>
            </a:r>
            <a:endParaRPr lang="en-US" sz="1700" dirty="0"/>
          </a:p>
        </p:txBody>
      </p:sp>
      <p:sp>
        <p:nvSpPr>
          <p:cNvPr id="9" name="text-8"/>
          <p:cNvSpPr txBox="1"/>
          <p:nvPr/>
        </p:nvSpPr>
        <p:spPr>
          <a:xfrm>
            <a:off x="876300" y="2880614"/>
            <a:ext cx="885825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3</a:t>
            </a:r>
            <a:pPr algn="l" indent="0" marL="0">
              <a:lnSpc>
                <a:spcPts val="58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분</a:t>
            </a:r>
            <a:endParaRPr lang="en-US" sz="4800" dirty="0"/>
          </a:p>
        </p:txBody>
      </p:sp>
      <p:sp>
        <p:nvSpPr>
          <p:cNvPr id="10" name="text-9"/>
          <p:cNvSpPr txBox="1"/>
          <p:nvPr/>
        </p:nvSpPr>
        <p:spPr>
          <a:xfrm>
            <a:off x="876300" y="3733165"/>
            <a:ext cx="847427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000000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오프닝</a:t>
            </a:r>
            <a:endParaRPr lang="en-US" sz="1500" dirty="0"/>
          </a:p>
        </p:txBody>
      </p:sp>
      <p:sp>
        <p:nvSpPr>
          <p:cNvPr id="11" name="text-10"/>
          <p:cNvSpPr txBox="1"/>
          <p:nvPr/>
        </p:nvSpPr>
        <p:spPr>
          <a:xfrm>
            <a:off x="3158034" y="2880614"/>
            <a:ext cx="1275358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10</a:t>
            </a:r>
            <a:pPr algn="l" indent="0" marL="0">
              <a:lnSpc>
                <a:spcPts val="58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분</a:t>
            </a:r>
            <a:endParaRPr lang="en-US" sz="4800" dirty="0"/>
          </a:p>
        </p:txBody>
      </p:sp>
      <p:sp>
        <p:nvSpPr>
          <p:cNvPr id="12" name="text-11"/>
          <p:cNvSpPr txBox="1"/>
          <p:nvPr/>
        </p:nvSpPr>
        <p:spPr>
          <a:xfrm>
            <a:off x="3158034" y="3733165"/>
            <a:ext cx="1264245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000000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 공연</a:t>
            </a:r>
            <a:endParaRPr lang="en-US" sz="1500" dirty="0"/>
          </a:p>
        </p:txBody>
      </p:sp>
      <p:sp>
        <p:nvSpPr>
          <p:cNvPr id="13" name="text-12"/>
          <p:cNvSpPr txBox="1"/>
          <p:nvPr/>
        </p:nvSpPr>
        <p:spPr>
          <a:xfrm>
            <a:off x="9815513" y="2880614"/>
            <a:ext cx="885825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2</a:t>
            </a:r>
            <a:pPr algn="l" indent="0" marL="0">
              <a:lnSpc>
                <a:spcPts val="58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분</a:t>
            </a:r>
            <a:endParaRPr lang="en-US" sz="4800" dirty="0"/>
          </a:p>
        </p:txBody>
      </p:sp>
      <p:sp>
        <p:nvSpPr>
          <p:cNvPr id="14" name="text-13"/>
          <p:cNvSpPr txBox="1"/>
          <p:nvPr/>
        </p:nvSpPr>
        <p:spPr>
          <a:xfrm>
            <a:off x="9815513" y="3731173"/>
            <a:ext cx="1134666" cy="396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9"/>
              </a:lnSpc>
              <a:buNone/>
            </a:pPr>
            <a:r>
              <a:rPr lang="en-US" sz="1300" spc="-16" kern="0" dirty="0">
                <a:solidFill>
                  <a:srgbClr val="000000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퇴장 ·</a:t>
            </a:r>
            <a:endParaRPr lang="en-US" sz="1300" dirty="0"/>
          </a:p>
          <a:p>
            <a:pPr algn="l" indent="0" marL="0">
              <a:lnSpc>
                <a:spcPts val="1559"/>
              </a:lnSpc>
              <a:buNone/>
            </a:pPr>
            <a:r>
              <a:rPr lang="en-US" sz="1300" spc="-16" kern="0" dirty="0">
                <a:solidFill>
                  <a:srgbClr val="000000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사회자 멘트</a:t>
            </a:r>
            <a:endParaRPr lang="en-US" sz="1300" dirty="0"/>
          </a:p>
        </p:txBody>
      </p:sp>
      <p:sp>
        <p:nvSpPr>
          <p:cNvPr id="15" name="text-14"/>
          <p:cNvSpPr txBox="1"/>
          <p:nvPr/>
        </p:nvSpPr>
        <p:spPr>
          <a:xfrm>
            <a:off x="698500" y="4557268"/>
            <a:ext cx="1964531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별자리 로고 애니메이션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+ 동아리 · 꿈 소개</a:t>
            </a:r>
            <a:endParaRPr lang="en-US" sz="1300" dirty="0"/>
          </a:p>
        </p:txBody>
      </p:sp>
      <p:sp>
        <p:nvSpPr>
          <p:cNvPr id="16" name="text-15"/>
          <p:cNvSpPr txBox="1"/>
          <p:nvPr/>
        </p:nvSpPr>
        <p:spPr>
          <a:xfrm>
            <a:off x="2832398" y="4557268"/>
            <a:ext cx="185549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동아리 자체 기획 공연</a:t>
            </a:r>
            <a:endParaRPr lang="en-US" sz="1300" dirty="0"/>
          </a:p>
        </p:txBody>
      </p:sp>
      <p:sp>
        <p:nvSpPr>
          <p:cNvPr id="17" name="text-16"/>
          <p:cNvSpPr txBox="1"/>
          <p:nvPr/>
        </p:nvSpPr>
        <p:spPr>
          <a:xfrm>
            <a:off x="9826923" y="4557268"/>
            <a:ext cx="132963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인사 후 퇴장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+ 다음 팀 힌트</a:t>
            </a:r>
            <a:endParaRPr lang="en-US" sz="1300" dirty="0"/>
          </a:p>
        </p:txBody>
      </p:sp>
      <p:sp>
        <p:nvSpPr>
          <p:cNvPr id="18" name="text-17"/>
          <p:cNvSpPr txBox="1"/>
          <p:nvPr/>
        </p:nvSpPr>
        <p:spPr>
          <a:xfrm>
            <a:off x="10274697" y="5893943"/>
            <a:ext cx="152360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TOTAL 15′ × 13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24271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03 무대 세부 타임라인 | TIMELINE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6209" y="434721"/>
            <a:ext cx="85209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10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4723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D35185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3′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18480" y="983107"/>
            <a:ext cx="1594743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오프닝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2460823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2750245" y="1192276"/>
            <a:ext cx="324723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별자리 로고 애니메이션 · 약 45초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698500" y="1885442"/>
            <a:ext cx="9241234" cy="34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어두운 밤하늘에서 </a:t>
            </a:r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동아리의 별자리 로고가 완성</a:t>
            </a:r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되는 </a:t>
            </a:r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약 45초</a:t>
            </a:r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분량의 애니메이션으로 시작합니다.</a:t>
            </a:r>
            <a:endParaRPr lang="en-US" sz="1700" dirty="0"/>
          </a:p>
        </p:txBody>
      </p:sp>
      <p:sp>
        <p:nvSpPr>
          <p:cNvPr id="9" name="text-8"/>
          <p:cNvSpPr txBox="1"/>
          <p:nvPr/>
        </p:nvSpPr>
        <p:spPr>
          <a:xfrm>
            <a:off x="10771684" y="957326"/>
            <a:ext cx="1026616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45</a:t>
            </a:r>
            <a:pPr algn="l" indent="0" marL="0">
              <a:lnSpc>
                <a:spcPts val="3900"/>
              </a:lnSpc>
              <a:buNone/>
            </a:pPr>
            <a:r>
              <a:rPr lang="en-US" sz="150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초</a:t>
            </a:r>
            <a:endParaRPr lang="en-US" sz="3200" dirty="0"/>
          </a:p>
        </p:txBody>
      </p:sp>
      <p:sp>
        <p:nvSpPr>
          <p:cNvPr id="10" name="text-9"/>
          <p:cNvSpPr txBox="1"/>
          <p:nvPr/>
        </p:nvSpPr>
        <p:spPr>
          <a:xfrm>
            <a:off x="804763" y="5029835"/>
            <a:ext cx="384373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-10"/>
          <p:cNvSpPr txBox="1"/>
          <p:nvPr/>
        </p:nvSpPr>
        <p:spPr>
          <a:xfrm>
            <a:off x="1092200" y="4956937"/>
            <a:ext cx="983258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별 등장</a:t>
            </a:r>
            <a:endParaRPr lang="en-US" sz="1700" dirty="0"/>
          </a:p>
        </p:txBody>
      </p:sp>
      <p:sp>
        <p:nvSpPr>
          <p:cNvPr id="12" name="text-11"/>
          <p:cNvSpPr txBox="1"/>
          <p:nvPr/>
        </p:nvSpPr>
        <p:spPr>
          <a:xfrm>
            <a:off x="1092200" y="5272381"/>
            <a:ext cx="1770162" cy="408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1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어두운 밤하늘에 별들이</a:t>
            </a:r>
            <a:endParaRPr lang="en-US" sz="1150" dirty="0"/>
          </a:p>
          <a:p>
            <a:pPr algn="l" indent="0" marL="0">
              <a:lnSpc>
                <a:spcPts val="1609"/>
              </a:lnSpc>
              <a:buNone/>
            </a:pPr>
            <a:r>
              <a:rPr lang="en-US" sz="11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나타납니다</a:t>
            </a:r>
            <a:endParaRPr lang="en-US" sz="1150" dirty="0"/>
          </a:p>
        </p:txBody>
      </p:sp>
      <p:sp>
        <p:nvSpPr>
          <p:cNvPr id="13" name="text-12"/>
          <p:cNvSpPr txBox="1"/>
          <p:nvPr/>
        </p:nvSpPr>
        <p:spPr>
          <a:xfrm>
            <a:off x="3555107" y="5029835"/>
            <a:ext cx="382687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-13"/>
          <p:cNvSpPr txBox="1"/>
          <p:nvPr/>
        </p:nvSpPr>
        <p:spPr>
          <a:xfrm>
            <a:off x="3841750" y="4956937"/>
            <a:ext cx="1188541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자리 잡기</a:t>
            </a:r>
            <a:endParaRPr lang="en-US" sz="1700" dirty="0"/>
          </a:p>
        </p:txBody>
      </p:sp>
      <p:sp>
        <p:nvSpPr>
          <p:cNvPr id="15" name="text-14"/>
          <p:cNvSpPr txBox="1"/>
          <p:nvPr/>
        </p:nvSpPr>
        <p:spPr>
          <a:xfrm>
            <a:off x="3841750" y="5272381"/>
            <a:ext cx="1950145" cy="408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1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별들이 별자리 속 제자리를</a:t>
            </a:r>
            <a:endParaRPr lang="en-US" sz="1150" dirty="0"/>
          </a:p>
          <a:p>
            <a:pPr algn="l" indent="0" marL="0">
              <a:lnSpc>
                <a:spcPts val="1609"/>
              </a:lnSpc>
              <a:buNone/>
            </a:pPr>
            <a:r>
              <a:rPr lang="en-US" sz="11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찾아갑니다</a:t>
            </a:r>
            <a:endParaRPr lang="en-US" sz="1150" dirty="0"/>
          </a:p>
        </p:txBody>
      </p:sp>
      <p:sp>
        <p:nvSpPr>
          <p:cNvPr id="16" name="text-15"/>
          <p:cNvSpPr txBox="1"/>
          <p:nvPr/>
        </p:nvSpPr>
        <p:spPr>
          <a:xfrm>
            <a:off x="6304657" y="5029835"/>
            <a:ext cx="382687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-16"/>
          <p:cNvSpPr txBox="1"/>
          <p:nvPr/>
        </p:nvSpPr>
        <p:spPr>
          <a:xfrm>
            <a:off x="6591300" y="4956937"/>
            <a:ext cx="983258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선 연결</a:t>
            </a:r>
            <a:endParaRPr lang="en-US" sz="1700" dirty="0"/>
          </a:p>
        </p:txBody>
      </p:sp>
      <p:sp>
        <p:nvSpPr>
          <p:cNvPr id="18" name="text-17"/>
          <p:cNvSpPr txBox="1"/>
          <p:nvPr/>
        </p:nvSpPr>
        <p:spPr>
          <a:xfrm>
            <a:off x="6591300" y="5272342"/>
            <a:ext cx="2268240" cy="20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별과 별 사이에 선이 이어집니다</a:t>
            </a:r>
            <a:endParaRPr lang="en-US" sz="1150" dirty="0"/>
          </a:p>
        </p:txBody>
      </p:sp>
      <p:sp>
        <p:nvSpPr>
          <p:cNvPr id="19" name="text-18"/>
          <p:cNvSpPr txBox="1"/>
          <p:nvPr/>
        </p:nvSpPr>
        <p:spPr>
          <a:xfrm>
            <a:off x="9054207" y="5029835"/>
            <a:ext cx="382687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-19"/>
          <p:cNvSpPr txBox="1"/>
          <p:nvPr/>
        </p:nvSpPr>
        <p:spPr>
          <a:xfrm>
            <a:off x="9340850" y="4956937"/>
            <a:ext cx="1188541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로고 완성</a:t>
            </a:r>
            <a:endParaRPr lang="en-US" sz="1700" dirty="0"/>
          </a:p>
        </p:txBody>
      </p:sp>
      <p:sp>
        <p:nvSpPr>
          <p:cNvPr id="21" name="text-20"/>
          <p:cNvSpPr txBox="1"/>
          <p:nvPr/>
        </p:nvSpPr>
        <p:spPr>
          <a:xfrm>
            <a:off x="9340850" y="5272381"/>
            <a:ext cx="2268339" cy="408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1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로고가 빛나면 </a:t>
            </a:r>
            <a:pPr algn="l" indent="0" marL="0">
              <a:lnSpc>
                <a:spcPts val="1609"/>
              </a:lnSpc>
              <a:buNone/>
            </a:pPr>
            <a:r>
              <a:rPr lang="en-US" sz="115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 공연 소개</a:t>
            </a:r>
            <a:endParaRPr lang="en-US" sz="1150" dirty="0"/>
          </a:p>
          <a:p>
            <a:pPr algn="l" indent="0" marL="0">
              <a:lnSpc>
                <a:spcPts val="1609"/>
              </a:lnSpc>
              <a:buNone/>
            </a:pPr>
            <a:r>
              <a:rPr lang="en-US" sz="11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시작</a:t>
            </a:r>
            <a:endParaRPr lang="en-US" sz="1150" dirty="0"/>
          </a:p>
        </p:txBody>
      </p:sp>
      <p:sp>
        <p:nvSpPr>
          <p:cNvPr id="22" name="text-21"/>
          <p:cNvSpPr txBox="1"/>
          <p:nvPr/>
        </p:nvSpPr>
        <p:spPr>
          <a:xfrm>
            <a:off x="10080427" y="6340666"/>
            <a:ext cx="1717873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예시 — MIC 별자리 로고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24271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03 무대 세부 타임라인 | TIMELINE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6209" y="434721"/>
            <a:ext cx="85209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11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4723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D35185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3′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18480" y="983107"/>
            <a:ext cx="3554214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동아리의 꿈 소개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4420295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4709716" y="1192276"/>
            <a:ext cx="28208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‘꿈’이라는 테마를 살려주세요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698500" y="1885442"/>
            <a:ext cx="7139087" cy="34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공연 소개와 함께 </a:t>
            </a:r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우리 동아리의 꿈은 무엇인지</a:t>
            </a:r>
            <a:pPr algn="l" indent="0" marL="0">
              <a:lnSpc>
                <a:spcPts val="2720"/>
              </a:lnSpc>
              <a:buNone/>
            </a:pPr>
            <a:r>
              <a:rPr lang="en-US" sz="17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이야기해주세요. 예를 들면,</a:t>
            </a:r>
            <a:endParaRPr lang="en-US" sz="1700" dirty="0"/>
          </a:p>
        </p:txBody>
      </p:sp>
      <p:sp>
        <p:nvSpPr>
          <p:cNvPr id="9" name="text-8"/>
          <p:cNvSpPr txBox="1"/>
          <p:nvPr/>
        </p:nvSpPr>
        <p:spPr>
          <a:xfrm>
            <a:off x="952500" y="2961069"/>
            <a:ext cx="249277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 전체의 비전</a:t>
            </a:r>
            <a:endParaRPr lang="en-US" sz="2100" dirty="0"/>
          </a:p>
        </p:txBody>
      </p:sp>
      <p:sp>
        <p:nvSpPr>
          <p:cNvPr id="10" name="text-9"/>
          <p:cNvSpPr txBox="1"/>
          <p:nvPr/>
        </p:nvSpPr>
        <p:spPr>
          <a:xfrm>
            <a:off x="4601567" y="2961069"/>
            <a:ext cx="2238772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이번 공연으로</a:t>
            </a:r>
            <a:endParaRPr lang="en-US" sz="21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이루고 싶은 목표</a:t>
            </a:r>
            <a:endParaRPr lang="en-US" sz="2100" dirty="0"/>
          </a:p>
        </p:txBody>
      </p:sp>
      <p:sp>
        <p:nvSpPr>
          <p:cNvPr id="11" name="text-10"/>
          <p:cNvSpPr txBox="1"/>
          <p:nvPr/>
        </p:nvSpPr>
        <p:spPr>
          <a:xfrm>
            <a:off x="8250734" y="2961069"/>
            <a:ext cx="3000772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동아리원들이 함께 품은</a:t>
            </a:r>
            <a:endParaRPr lang="en-US" sz="21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이상적인 동아리의 모습</a:t>
            </a:r>
            <a:endParaRPr lang="en-US" sz="2100" dirty="0"/>
          </a:p>
        </p:txBody>
      </p:sp>
      <p:sp>
        <p:nvSpPr>
          <p:cNvPr id="12" name="text-11"/>
          <p:cNvSpPr txBox="1"/>
          <p:nvPr/>
        </p:nvSpPr>
        <p:spPr>
          <a:xfrm>
            <a:off x="774700" y="5181346"/>
            <a:ext cx="53915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TIP</a:t>
            </a:r>
            <a:endParaRPr lang="en-US" sz="1100" dirty="0"/>
          </a:p>
        </p:txBody>
      </p:sp>
      <p:sp>
        <p:nvSpPr>
          <p:cNvPr id="13" name="text-12"/>
          <p:cNvSpPr txBox="1"/>
          <p:nvPr/>
        </p:nvSpPr>
        <p:spPr>
          <a:xfrm>
            <a:off x="1186855" y="5132451"/>
            <a:ext cx="72522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선정한 곡과 퍼포먼스가 </a:t>
            </a:r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이 꿈과 어떻게 연결</a:t>
            </a:r>
            <a:pPr algn="l" indent="0" marL="0">
              <a:lnSpc>
                <a:spcPts val="24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되는지 설명해주시면 더욱 좋습니다.   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24271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03 무대 세부 타임라인 | TIMELINE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7995" y="434721"/>
            <a:ext cx="85030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12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9213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A0D096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10′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138238" y="983107"/>
            <a:ext cx="2574429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 공연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3560266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3849688" y="1192276"/>
            <a:ext cx="177403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동아리 자체 기획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952500" y="2297557"/>
            <a:ext cx="157301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spc="48" kern="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9" name="text-8"/>
          <p:cNvSpPr txBox="1"/>
          <p:nvPr/>
        </p:nvSpPr>
        <p:spPr>
          <a:xfrm>
            <a:off x="952500" y="2554669"/>
            <a:ext cx="292278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자유롭게 기획해주세요</a:t>
            </a:r>
            <a:endParaRPr lang="en-US" sz="2100" dirty="0"/>
          </a:p>
        </p:txBody>
      </p:sp>
      <p:sp>
        <p:nvSpPr>
          <p:cNvPr id="10" name="text-9"/>
          <p:cNvSpPr txBox="1"/>
          <p:nvPr/>
        </p:nvSpPr>
        <p:spPr>
          <a:xfrm>
            <a:off x="1092200" y="3013329"/>
            <a:ext cx="287129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공연은 동아리 자체 기획으로 진행</a:t>
            </a:r>
            <a:endParaRPr lang="en-US" sz="1400" dirty="0"/>
          </a:p>
        </p:txBody>
      </p:sp>
      <p:sp>
        <p:nvSpPr>
          <p:cNvPr id="11" name="text-10"/>
          <p:cNvSpPr txBox="1"/>
          <p:nvPr/>
        </p:nvSpPr>
        <p:spPr>
          <a:xfrm>
            <a:off x="1092200" y="3318129"/>
            <a:ext cx="2988667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축제의 테마와 한동대학교의 정서에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부합한 무대 기획</a:t>
            </a:r>
            <a:endParaRPr lang="en-US" sz="1400" dirty="0"/>
          </a:p>
        </p:txBody>
      </p:sp>
      <p:sp>
        <p:nvSpPr>
          <p:cNvPr id="12" name="text-11"/>
          <p:cNvSpPr txBox="1"/>
          <p:nvPr/>
        </p:nvSpPr>
        <p:spPr>
          <a:xfrm>
            <a:off x="6426200" y="2297557"/>
            <a:ext cx="89872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spc="48" kern="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GOODS</a:t>
            </a:r>
            <a:endParaRPr lang="en-US" sz="1200" dirty="0"/>
          </a:p>
        </p:txBody>
      </p:sp>
      <p:sp>
        <p:nvSpPr>
          <p:cNvPr id="13" name="text-12"/>
          <p:cNvSpPr txBox="1"/>
          <p:nvPr/>
        </p:nvSpPr>
        <p:spPr>
          <a:xfrm>
            <a:off x="6426200" y="2554669"/>
            <a:ext cx="249277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야광팔찌 굿즈 안내</a:t>
            </a:r>
            <a:endParaRPr lang="en-US" sz="2100" dirty="0"/>
          </a:p>
        </p:txBody>
      </p:sp>
      <p:sp>
        <p:nvSpPr>
          <p:cNvPr id="14" name="text-13"/>
          <p:cNvSpPr txBox="1"/>
          <p:nvPr/>
        </p:nvSpPr>
        <p:spPr>
          <a:xfrm>
            <a:off x="6565900" y="3013329"/>
            <a:ext cx="388332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주문 제작한 야광팔찌를 </a:t>
            </a:r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관객에게만 배포</a:t>
            </a:r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합니다</a:t>
            </a:r>
            <a:endParaRPr lang="en-US" sz="1400" dirty="0"/>
          </a:p>
        </p:txBody>
      </p:sp>
      <p:sp>
        <p:nvSpPr>
          <p:cNvPr id="15" name="text-14"/>
          <p:cNvSpPr txBox="1"/>
          <p:nvPr/>
        </p:nvSpPr>
        <p:spPr>
          <a:xfrm>
            <a:off x="6565900" y="3318129"/>
            <a:ext cx="354588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사전 구글폼으로 활용 의향을 받았으나,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예산 안의 한정 수량으로 모든 동아리에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공정한 기회를 드리기 어려워 결정했습니다</a:t>
            </a:r>
            <a:endParaRPr lang="en-US" sz="1400" dirty="0"/>
          </a:p>
        </p:txBody>
      </p:sp>
      <p:sp>
        <p:nvSpPr>
          <p:cNvPr id="16" name="text-15"/>
          <p:cNvSpPr txBox="1"/>
          <p:nvPr/>
        </p:nvSpPr>
        <p:spPr>
          <a:xfrm>
            <a:off x="6426200" y="4295966"/>
            <a:ext cx="3083322" cy="25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더 많은 기회를 드리지 못해 죄송합니다.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24271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03 무대 세부 타임라인 | TIMELINE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7995" y="434721"/>
            <a:ext cx="85030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13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4723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8891C3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2′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18480" y="983107"/>
            <a:ext cx="4103985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퇴장 및 사회자 멘트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4970066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5259487" y="1192276"/>
            <a:ext cx="216009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다음 무대로 이어지기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882749" y="2426843"/>
            <a:ext cx="40620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-8"/>
          <p:cNvSpPr txBox="1"/>
          <p:nvPr/>
        </p:nvSpPr>
        <p:spPr>
          <a:xfrm>
            <a:off x="698500" y="2917698"/>
            <a:ext cx="7396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인사</a:t>
            </a:r>
            <a:endParaRPr lang="en-US" sz="1800" dirty="0"/>
          </a:p>
        </p:txBody>
      </p:sp>
      <p:sp>
        <p:nvSpPr>
          <p:cNvPr id="10" name="text-9"/>
          <p:cNvSpPr txBox="1"/>
          <p:nvPr/>
        </p:nvSpPr>
        <p:spPr>
          <a:xfrm>
            <a:off x="698500" y="3274568"/>
            <a:ext cx="1291134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공연을 마치고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관객에게 인사</a:t>
            </a:r>
            <a:endParaRPr lang="en-US" sz="1300" dirty="0"/>
          </a:p>
        </p:txBody>
      </p:sp>
      <p:sp>
        <p:nvSpPr>
          <p:cNvPr id="11" name="text-10"/>
          <p:cNvSpPr txBox="1"/>
          <p:nvPr/>
        </p:nvSpPr>
        <p:spPr>
          <a:xfrm>
            <a:off x="3582591" y="2426843"/>
            <a:ext cx="40401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-11"/>
          <p:cNvSpPr txBox="1"/>
          <p:nvPr/>
        </p:nvSpPr>
        <p:spPr>
          <a:xfrm>
            <a:off x="3397250" y="2917698"/>
            <a:ext cx="7396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퇴장</a:t>
            </a:r>
            <a:endParaRPr lang="en-US" sz="1800" dirty="0"/>
          </a:p>
        </p:txBody>
      </p:sp>
      <p:sp>
        <p:nvSpPr>
          <p:cNvPr id="13" name="text-12"/>
          <p:cNvSpPr txBox="1"/>
          <p:nvPr/>
        </p:nvSpPr>
        <p:spPr>
          <a:xfrm>
            <a:off x="3397250" y="3274568"/>
            <a:ext cx="1447602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정해진 방향</a:t>
            </a:r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으로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신속하게 퇴장</a:t>
            </a:r>
            <a:endParaRPr lang="en-US" sz="1300" dirty="0"/>
          </a:p>
        </p:txBody>
      </p:sp>
      <p:sp>
        <p:nvSpPr>
          <p:cNvPr id="14" name="text-13"/>
          <p:cNvSpPr txBox="1"/>
          <p:nvPr/>
        </p:nvSpPr>
        <p:spPr>
          <a:xfrm>
            <a:off x="6281341" y="2426843"/>
            <a:ext cx="40401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-14"/>
          <p:cNvSpPr txBox="1"/>
          <p:nvPr/>
        </p:nvSpPr>
        <p:spPr>
          <a:xfrm>
            <a:off x="6096000" y="2917698"/>
            <a:ext cx="145851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사회자 멘트</a:t>
            </a:r>
            <a:endParaRPr lang="en-US" sz="1800" dirty="0"/>
          </a:p>
        </p:txBody>
      </p:sp>
      <p:sp>
        <p:nvSpPr>
          <p:cNvPr id="16" name="text-15"/>
          <p:cNvSpPr txBox="1"/>
          <p:nvPr/>
        </p:nvSpPr>
        <p:spPr>
          <a:xfrm>
            <a:off x="6096000" y="3274568"/>
            <a:ext cx="185549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마무리 멘트 +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다음 동아리 힌트 소개</a:t>
            </a:r>
            <a:endParaRPr lang="en-US" sz="1300" dirty="0"/>
          </a:p>
        </p:txBody>
      </p:sp>
      <p:sp>
        <p:nvSpPr>
          <p:cNvPr id="17" name="text-16"/>
          <p:cNvSpPr txBox="1"/>
          <p:nvPr/>
        </p:nvSpPr>
        <p:spPr>
          <a:xfrm>
            <a:off x="8980091" y="2426843"/>
            <a:ext cx="40401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-17"/>
          <p:cNvSpPr txBox="1"/>
          <p:nvPr/>
        </p:nvSpPr>
        <p:spPr>
          <a:xfrm>
            <a:off x="8794750" y="2917698"/>
            <a:ext cx="145851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다음 동아리</a:t>
            </a:r>
            <a:endParaRPr lang="en-US" sz="1800" dirty="0"/>
          </a:p>
        </p:txBody>
      </p:sp>
      <p:sp>
        <p:nvSpPr>
          <p:cNvPr id="19" name="text-18"/>
          <p:cNvSpPr txBox="1"/>
          <p:nvPr/>
        </p:nvSpPr>
        <p:spPr>
          <a:xfrm>
            <a:off x="8794750" y="3274568"/>
            <a:ext cx="1964531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별자리 로고 애니메이션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→ 동아리 공연</a:t>
            </a:r>
            <a:endParaRPr lang="en-US" sz="1300" dirty="0"/>
          </a:p>
        </p:txBody>
      </p:sp>
      <p:sp>
        <p:nvSpPr>
          <p:cNvPr id="20" name="text-19"/>
          <p:cNvSpPr txBox="1"/>
          <p:nvPr/>
        </p:nvSpPr>
        <p:spPr>
          <a:xfrm>
            <a:off x="774700" y="5051171"/>
            <a:ext cx="78928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CHECK</a:t>
            </a:r>
            <a:endParaRPr lang="en-US" sz="1100" dirty="0"/>
          </a:p>
        </p:txBody>
      </p:sp>
      <p:sp>
        <p:nvSpPr>
          <p:cNvPr id="21" name="text-20"/>
          <p:cNvSpPr txBox="1"/>
          <p:nvPr/>
        </p:nvSpPr>
        <p:spPr>
          <a:xfrm>
            <a:off x="1436985" y="5008626"/>
            <a:ext cx="51450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딜레이가 생기지 않도록 퇴장 동선을 미리 확인해주세요.   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24271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03 무대 세부 타임라인 | TIMELINE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7995" y="434721"/>
            <a:ext cx="85030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14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2365913"/>
            <a:ext cx="4638477" cy="1401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spc="-240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잠깐,</a:t>
            </a:r>
            <a:endParaRPr lang="en-US" sz="4800" dirty="0"/>
          </a:p>
          <a:p>
            <a:pPr algn="l" indent="0" marL="0">
              <a:lnSpc>
                <a:spcPts val="5520"/>
              </a:lnSpc>
              <a:buNone/>
            </a:pPr>
            <a:r>
              <a:rPr lang="en-US" sz="4800" spc="-240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질문 있으신가요?</a:t>
            </a:r>
            <a:endParaRPr lang="en-US" sz="4800" dirty="0"/>
          </a:p>
        </p:txBody>
      </p:sp>
      <p:sp>
        <p:nvSpPr>
          <p:cNvPr id="5" name="text-4"/>
          <p:cNvSpPr txBox="1"/>
          <p:nvPr/>
        </p:nvSpPr>
        <p:spPr>
          <a:xfrm>
            <a:off x="736600" y="4176776"/>
            <a:ext cx="465335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여기까지 궁금한 점이 있다면 편하게 질문해주세요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8615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04 요청사항 | REQUESTS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7202" y="434721"/>
            <a:ext cx="851098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15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67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F6E25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2873" y="983107"/>
            <a:ext cx="3674070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제출 자료 및 기한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4604544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4893965" y="1192276"/>
            <a:ext cx="185181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OT 이후 공연까지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698500" y="1895221"/>
            <a:ext cx="925116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제출 기한</a:t>
            </a:r>
            <a:endParaRPr lang="en-US" sz="1100" dirty="0"/>
          </a:p>
        </p:txBody>
      </p:sp>
      <p:sp>
        <p:nvSpPr>
          <p:cNvPr id="9" name="text-8"/>
          <p:cNvSpPr txBox="1"/>
          <p:nvPr/>
        </p:nvSpPr>
        <p:spPr>
          <a:xfrm>
            <a:off x="3683000" y="1895221"/>
            <a:ext cx="925116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제출 자료</a:t>
            </a:r>
            <a:endParaRPr lang="en-US" sz="1100" dirty="0"/>
          </a:p>
        </p:txBody>
      </p:sp>
      <p:sp>
        <p:nvSpPr>
          <p:cNvPr id="10" name="text-9"/>
          <p:cNvSpPr txBox="1"/>
          <p:nvPr/>
        </p:nvSpPr>
        <p:spPr>
          <a:xfrm>
            <a:off x="8826500" y="1895221"/>
            <a:ext cx="925116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제출 방법</a:t>
            </a:r>
            <a:endParaRPr lang="en-US" sz="1100" dirty="0"/>
          </a:p>
        </p:txBody>
      </p:sp>
      <p:sp>
        <p:nvSpPr>
          <p:cNvPr id="11" name="text-10"/>
          <p:cNvSpPr txBox="1"/>
          <p:nvPr/>
        </p:nvSpPr>
        <p:spPr>
          <a:xfrm>
            <a:off x="774700" y="2390521"/>
            <a:ext cx="1151830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DEADLINE 1</a:t>
            </a:r>
            <a:endParaRPr lang="en-US" sz="1100" dirty="0"/>
          </a:p>
        </p:txBody>
      </p:sp>
      <p:sp>
        <p:nvSpPr>
          <p:cNvPr id="12" name="text-11"/>
          <p:cNvSpPr txBox="1"/>
          <p:nvPr/>
        </p:nvSpPr>
        <p:spPr>
          <a:xfrm>
            <a:off x="698500" y="2658237"/>
            <a:ext cx="177601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10.17</a:t>
            </a:r>
            <a:endParaRPr lang="en-US" sz="4200" dirty="0"/>
          </a:p>
        </p:txBody>
      </p:sp>
      <p:sp>
        <p:nvSpPr>
          <p:cNvPr id="13" name="text-12"/>
          <p:cNvSpPr txBox="1"/>
          <p:nvPr/>
        </p:nvSpPr>
        <p:spPr>
          <a:xfrm>
            <a:off x="698500" y="3296793"/>
            <a:ext cx="184447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토요일 23:59 · 7주차</a:t>
            </a:r>
            <a:endParaRPr lang="en-US" sz="1300" dirty="0"/>
          </a:p>
        </p:txBody>
      </p:sp>
      <p:sp>
        <p:nvSpPr>
          <p:cNvPr id="14" name="text-13"/>
          <p:cNvSpPr txBox="1"/>
          <p:nvPr/>
        </p:nvSpPr>
        <p:spPr>
          <a:xfrm>
            <a:off x="4003675" y="2275459"/>
            <a:ext cx="1593652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무대 큐시트 </a:t>
            </a:r>
            <a:endParaRPr lang="en-US" sz="1900" dirty="0"/>
          </a:p>
        </p:txBody>
      </p:sp>
      <p:sp>
        <p:nvSpPr>
          <p:cNvPr id="15" name="text-14"/>
          <p:cNvSpPr txBox="1"/>
          <p:nvPr/>
        </p:nvSpPr>
        <p:spPr>
          <a:xfrm>
            <a:off x="5432227" y="2362835"/>
            <a:ext cx="502245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1차</a:t>
            </a:r>
            <a:endParaRPr lang="en-US" sz="1000" dirty="0"/>
          </a:p>
        </p:txBody>
      </p:sp>
      <p:sp>
        <p:nvSpPr>
          <p:cNvPr id="16" name="text-15"/>
          <p:cNvSpPr txBox="1"/>
          <p:nvPr/>
        </p:nvSpPr>
        <p:spPr>
          <a:xfrm>
            <a:off x="9004300" y="2307590"/>
            <a:ext cx="1445022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구글 드라이브</a:t>
            </a:r>
            <a:endParaRPr lang="en-US" sz="1500" dirty="0"/>
          </a:p>
        </p:txBody>
      </p:sp>
      <p:sp>
        <p:nvSpPr>
          <p:cNvPr id="17" name="text-16"/>
          <p:cNvSpPr txBox="1"/>
          <p:nvPr/>
        </p:nvSpPr>
        <p:spPr>
          <a:xfrm>
            <a:off x="4003675" y="2836355"/>
            <a:ext cx="2653903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스크립트 </a:t>
            </a:r>
            <a:pPr algn="l" indent="0" marL="0">
              <a:lnSpc>
                <a:spcPts val="230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(사회자 소개 멘트)</a:t>
            </a:r>
            <a:endParaRPr lang="en-US" sz="1900" dirty="0"/>
          </a:p>
        </p:txBody>
      </p:sp>
      <p:sp>
        <p:nvSpPr>
          <p:cNvPr id="18" name="text-17"/>
          <p:cNvSpPr txBox="1"/>
          <p:nvPr/>
        </p:nvSpPr>
        <p:spPr>
          <a:xfrm>
            <a:off x="9004300" y="2860040"/>
            <a:ext cx="847427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구글폼</a:t>
            </a:r>
            <a:endParaRPr lang="en-US" sz="1500" dirty="0"/>
          </a:p>
        </p:txBody>
      </p:sp>
      <p:sp>
        <p:nvSpPr>
          <p:cNvPr id="19" name="text-18"/>
          <p:cNvSpPr txBox="1"/>
          <p:nvPr/>
        </p:nvSpPr>
        <p:spPr>
          <a:xfrm>
            <a:off x="4003675" y="3380359"/>
            <a:ext cx="2052836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동아리의 꿈 소개</a:t>
            </a:r>
            <a:endParaRPr lang="en-US" sz="1900" dirty="0"/>
          </a:p>
        </p:txBody>
      </p:sp>
      <p:sp>
        <p:nvSpPr>
          <p:cNvPr id="20" name="text-19"/>
          <p:cNvSpPr txBox="1"/>
          <p:nvPr/>
        </p:nvSpPr>
        <p:spPr>
          <a:xfrm>
            <a:off x="9004300" y="3412490"/>
            <a:ext cx="847427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구글폼</a:t>
            </a:r>
            <a:endParaRPr lang="en-US" sz="1500" dirty="0"/>
          </a:p>
        </p:txBody>
      </p:sp>
      <p:sp>
        <p:nvSpPr>
          <p:cNvPr id="21" name="text-20"/>
          <p:cNvSpPr txBox="1"/>
          <p:nvPr/>
        </p:nvSpPr>
        <p:spPr>
          <a:xfrm>
            <a:off x="774700" y="4047871"/>
            <a:ext cx="114994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DEADLINE 2</a:t>
            </a:r>
            <a:endParaRPr lang="en-US" sz="1100" dirty="0"/>
          </a:p>
        </p:txBody>
      </p:sp>
      <p:sp>
        <p:nvSpPr>
          <p:cNvPr id="22" name="text-21"/>
          <p:cNvSpPr txBox="1"/>
          <p:nvPr/>
        </p:nvSpPr>
        <p:spPr>
          <a:xfrm>
            <a:off x="698500" y="4315587"/>
            <a:ext cx="176907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10.23</a:t>
            </a:r>
            <a:endParaRPr lang="en-US" sz="4200" dirty="0"/>
          </a:p>
        </p:txBody>
      </p:sp>
      <p:sp>
        <p:nvSpPr>
          <p:cNvPr id="23" name="text-22"/>
          <p:cNvSpPr txBox="1"/>
          <p:nvPr/>
        </p:nvSpPr>
        <p:spPr>
          <a:xfrm>
            <a:off x="698500" y="4954143"/>
            <a:ext cx="184447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금요일 23:59 · 8주차</a:t>
            </a:r>
            <a:endParaRPr lang="en-US" sz="1300" dirty="0"/>
          </a:p>
        </p:txBody>
      </p:sp>
      <p:sp>
        <p:nvSpPr>
          <p:cNvPr id="24" name="text-23"/>
          <p:cNvSpPr txBox="1"/>
          <p:nvPr/>
        </p:nvSpPr>
        <p:spPr>
          <a:xfrm>
            <a:off x="4003675" y="3932809"/>
            <a:ext cx="1593652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무대 큐시트 </a:t>
            </a:r>
            <a:endParaRPr lang="en-US" sz="1900" dirty="0"/>
          </a:p>
        </p:txBody>
      </p:sp>
      <p:sp>
        <p:nvSpPr>
          <p:cNvPr id="25" name="text-24"/>
          <p:cNvSpPr txBox="1"/>
          <p:nvPr/>
        </p:nvSpPr>
        <p:spPr>
          <a:xfrm>
            <a:off x="5432227" y="4020185"/>
            <a:ext cx="544612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최종</a:t>
            </a:r>
            <a:endParaRPr lang="en-US" sz="1000" dirty="0"/>
          </a:p>
        </p:txBody>
      </p:sp>
      <p:sp>
        <p:nvSpPr>
          <p:cNvPr id="26" name="text-25"/>
          <p:cNvSpPr txBox="1"/>
          <p:nvPr/>
        </p:nvSpPr>
        <p:spPr>
          <a:xfrm>
            <a:off x="9004300" y="3964940"/>
            <a:ext cx="1445022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구글 드라이브</a:t>
            </a:r>
            <a:endParaRPr lang="en-US" sz="1500" dirty="0"/>
          </a:p>
        </p:txBody>
      </p:sp>
      <p:sp>
        <p:nvSpPr>
          <p:cNvPr id="27" name="text-26"/>
          <p:cNvSpPr txBox="1"/>
          <p:nvPr/>
        </p:nvSpPr>
        <p:spPr>
          <a:xfrm>
            <a:off x="4003675" y="4485259"/>
            <a:ext cx="1823244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공연 음원 파일</a:t>
            </a:r>
            <a:endParaRPr lang="en-US" sz="1900" dirty="0"/>
          </a:p>
        </p:txBody>
      </p:sp>
      <p:sp>
        <p:nvSpPr>
          <p:cNvPr id="28" name="text-27"/>
          <p:cNvSpPr txBox="1"/>
          <p:nvPr/>
        </p:nvSpPr>
        <p:spPr>
          <a:xfrm>
            <a:off x="9004300" y="4517390"/>
            <a:ext cx="1445022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구글 드라이브</a:t>
            </a:r>
            <a:endParaRPr lang="en-US" sz="1500" dirty="0"/>
          </a:p>
        </p:txBody>
      </p:sp>
      <p:sp>
        <p:nvSpPr>
          <p:cNvPr id="29" name="text-28"/>
          <p:cNvSpPr txBox="1"/>
          <p:nvPr/>
        </p:nvSpPr>
        <p:spPr>
          <a:xfrm>
            <a:off x="4003675" y="5037709"/>
            <a:ext cx="1287562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9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가사 PPT</a:t>
            </a:r>
            <a:endParaRPr lang="en-US" sz="1900" dirty="0"/>
          </a:p>
        </p:txBody>
      </p:sp>
      <p:sp>
        <p:nvSpPr>
          <p:cNvPr id="30" name="text-29"/>
          <p:cNvSpPr txBox="1"/>
          <p:nvPr/>
        </p:nvSpPr>
        <p:spPr>
          <a:xfrm>
            <a:off x="9004300" y="5069840"/>
            <a:ext cx="1445022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구글 드라이브</a:t>
            </a:r>
            <a:endParaRPr lang="en-US" sz="1500" dirty="0"/>
          </a:p>
        </p:txBody>
      </p:sp>
      <p:sp>
        <p:nvSpPr>
          <p:cNvPr id="31" name="text-30"/>
          <p:cNvSpPr txBox="1"/>
          <p:nvPr/>
        </p:nvSpPr>
        <p:spPr>
          <a:xfrm>
            <a:off x="698500" y="6098032"/>
            <a:ext cx="1018202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큐시트는 1차(10.17)와 최종(10.23) 두 번 제출합니다. 구글폼 링크는 OT 마무리 때, 구글 드라이브 링크 · 리스트 · 기한은 OT 후 카톡방으로 공유합니다.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8615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04 요청사항 | REQUESTS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6209" y="434721"/>
            <a:ext cx="85209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16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67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F6E25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2873" y="983107"/>
            <a:ext cx="2144514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제출 방법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3074988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3364409" y="1192276"/>
            <a:ext cx="231040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구글폼 · 구글 드라이브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952500" y="2297557"/>
            <a:ext cx="154096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spc="48" kern="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GOOGLE FORM</a:t>
            </a:r>
            <a:endParaRPr lang="en-US" sz="1200" dirty="0"/>
          </a:p>
        </p:txBody>
      </p:sp>
      <p:sp>
        <p:nvSpPr>
          <p:cNvPr id="9" name="text-8"/>
          <p:cNvSpPr txBox="1"/>
          <p:nvPr/>
        </p:nvSpPr>
        <p:spPr>
          <a:xfrm>
            <a:off x="952500" y="2554669"/>
            <a:ext cx="106689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구글폼</a:t>
            </a:r>
            <a:endParaRPr lang="en-US" sz="2100" dirty="0"/>
          </a:p>
        </p:txBody>
      </p:sp>
      <p:sp>
        <p:nvSpPr>
          <p:cNvPr id="10" name="text-9"/>
          <p:cNvSpPr txBox="1"/>
          <p:nvPr/>
        </p:nvSpPr>
        <p:spPr>
          <a:xfrm>
            <a:off x="1092200" y="3013329"/>
            <a:ext cx="244256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스크립트 (사회자 소개 멘트)</a:t>
            </a:r>
            <a:endParaRPr lang="en-US" sz="1400" dirty="0"/>
          </a:p>
        </p:txBody>
      </p:sp>
      <p:sp>
        <p:nvSpPr>
          <p:cNvPr id="11" name="text-10"/>
          <p:cNvSpPr txBox="1"/>
          <p:nvPr/>
        </p:nvSpPr>
        <p:spPr>
          <a:xfrm>
            <a:off x="1092200" y="3318129"/>
            <a:ext cx="119945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동아리의 꿈</a:t>
            </a:r>
            <a:endParaRPr lang="en-US" sz="1400" dirty="0"/>
          </a:p>
        </p:txBody>
      </p:sp>
      <p:sp>
        <p:nvSpPr>
          <p:cNvPr id="12" name="text-11"/>
          <p:cNvSpPr txBox="1"/>
          <p:nvPr/>
        </p:nvSpPr>
        <p:spPr>
          <a:xfrm>
            <a:off x="952500" y="4233470"/>
            <a:ext cx="2469257" cy="531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구글폼 링크는</a:t>
            </a: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OT 후 </a:t>
            </a:r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카톡방으로 공유</a:t>
            </a:r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합니다</a:t>
            </a:r>
            <a:endParaRPr lang="en-US" sz="1350" dirty="0"/>
          </a:p>
        </p:txBody>
      </p:sp>
      <p:sp>
        <p:nvSpPr>
          <p:cNvPr id="13" name="text-12"/>
          <p:cNvSpPr txBox="1"/>
          <p:nvPr/>
        </p:nvSpPr>
        <p:spPr>
          <a:xfrm>
            <a:off x="6426200" y="2297557"/>
            <a:ext cx="158075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spc="48" kern="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GOOGLE DRIVE</a:t>
            </a:r>
            <a:endParaRPr lang="en-US" sz="1200" dirty="0"/>
          </a:p>
        </p:txBody>
      </p:sp>
      <p:sp>
        <p:nvSpPr>
          <p:cNvPr id="14" name="text-13"/>
          <p:cNvSpPr txBox="1"/>
          <p:nvPr/>
        </p:nvSpPr>
        <p:spPr>
          <a:xfrm>
            <a:off x="6426200" y="2554669"/>
            <a:ext cx="190678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구글 드라이브</a:t>
            </a:r>
            <a:endParaRPr lang="en-US" sz="2100" dirty="0"/>
          </a:p>
        </p:txBody>
      </p:sp>
      <p:sp>
        <p:nvSpPr>
          <p:cNvPr id="15" name="text-14"/>
          <p:cNvSpPr txBox="1"/>
          <p:nvPr/>
        </p:nvSpPr>
        <p:spPr>
          <a:xfrm>
            <a:off x="6565900" y="3013329"/>
            <a:ext cx="210522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무대 큐시트 (엑셀 파일)</a:t>
            </a:r>
            <a:endParaRPr lang="en-US" sz="1400" dirty="0"/>
          </a:p>
        </p:txBody>
      </p:sp>
      <p:sp>
        <p:nvSpPr>
          <p:cNvPr id="16" name="text-15"/>
          <p:cNvSpPr txBox="1"/>
          <p:nvPr/>
        </p:nvSpPr>
        <p:spPr>
          <a:xfrm>
            <a:off x="6565900" y="3318129"/>
            <a:ext cx="10307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음원 파일</a:t>
            </a:r>
            <a:endParaRPr lang="en-US" sz="1400" dirty="0"/>
          </a:p>
        </p:txBody>
      </p:sp>
      <p:sp>
        <p:nvSpPr>
          <p:cNvPr id="17" name="text-16"/>
          <p:cNvSpPr txBox="1"/>
          <p:nvPr/>
        </p:nvSpPr>
        <p:spPr>
          <a:xfrm>
            <a:off x="6565900" y="3622929"/>
            <a:ext cx="102572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가사 PPT</a:t>
            </a:r>
            <a:endParaRPr lang="en-US" sz="1400" dirty="0"/>
          </a:p>
        </p:txBody>
      </p:sp>
      <p:sp>
        <p:nvSpPr>
          <p:cNvPr id="18" name="text-17"/>
          <p:cNvSpPr txBox="1"/>
          <p:nvPr/>
        </p:nvSpPr>
        <p:spPr>
          <a:xfrm>
            <a:off x="6426200" y="4233470"/>
            <a:ext cx="3030736" cy="531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드라이브 링크 · 제출 리스트 · 기한은</a:t>
            </a: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OT 후 </a:t>
            </a:r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카톡방으로 공유</a:t>
            </a:r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합니다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8615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04 요청사항 | REQUESTS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7995" y="434721"/>
            <a:ext cx="85030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17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67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F6E25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2873" y="983107"/>
            <a:ext cx="3984129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큐시트 작성 가이드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4914602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5204023" y="1192276"/>
            <a:ext cx="306476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1차 10.17(토) · 최종 10.23(금)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698500" y="2036826"/>
            <a:ext cx="69095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단시</a:t>
            </a:r>
            <a:endParaRPr lang="en-US" sz="1600" dirty="0"/>
          </a:p>
        </p:txBody>
      </p:sp>
      <p:sp>
        <p:nvSpPr>
          <p:cNvPr id="9" name="text-8"/>
          <p:cNvSpPr txBox="1"/>
          <p:nvPr/>
        </p:nvSpPr>
        <p:spPr>
          <a:xfrm>
            <a:off x="2095500" y="2054479"/>
            <a:ext cx="341937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공연별 세부 타임라인 참고 (3′ / 10′ / 2′)</a:t>
            </a:r>
            <a:endParaRPr lang="en-US" sz="1400" dirty="0"/>
          </a:p>
        </p:txBody>
      </p:sp>
      <p:sp>
        <p:nvSpPr>
          <p:cNvPr id="10" name="text-9"/>
          <p:cNvSpPr txBox="1"/>
          <p:nvPr/>
        </p:nvSpPr>
        <p:spPr>
          <a:xfrm>
            <a:off x="698500" y="2570226"/>
            <a:ext cx="69095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구분</a:t>
            </a:r>
            <a:endParaRPr lang="en-US" sz="1600" dirty="0"/>
          </a:p>
        </p:txBody>
      </p:sp>
      <p:sp>
        <p:nvSpPr>
          <p:cNvPr id="11" name="text-10"/>
          <p:cNvSpPr txBox="1"/>
          <p:nvPr/>
        </p:nvSpPr>
        <p:spPr>
          <a:xfrm>
            <a:off x="2095500" y="2587879"/>
            <a:ext cx="200263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동아리공연 (동아리명)</a:t>
            </a:r>
            <a:endParaRPr lang="en-US" sz="1400" dirty="0"/>
          </a:p>
        </p:txBody>
      </p:sp>
      <p:sp>
        <p:nvSpPr>
          <p:cNvPr id="12" name="text-11"/>
          <p:cNvSpPr txBox="1"/>
          <p:nvPr/>
        </p:nvSpPr>
        <p:spPr>
          <a:xfrm>
            <a:off x="698500" y="3246501"/>
            <a:ext cx="10770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F6E25A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프로그램</a:t>
            </a:r>
            <a:endParaRPr lang="en-US" sz="1600" dirty="0"/>
          </a:p>
        </p:txBody>
      </p:sp>
      <p:sp>
        <p:nvSpPr>
          <p:cNvPr id="13" name="text-12"/>
          <p:cNvSpPr txBox="1"/>
          <p:nvPr/>
        </p:nvSpPr>
        <p:spPr>
          <a:xfrm>
            <a:off x="2095500" y="3105404"/>
            <a:ext cx="635019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필수</a:t>
            </a:r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이름 · 장르 · 총 인원수 · 곡명(소요시간)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+ 동아리 입장 타이밍 · 별자리 로고 애니메이션 재생 타이밍 · 동아리 및 꿈 소개</a:t>
            </a:r>
            <a:endParaRPr lang="en-US" sz="1400" dirty="0"/>
          </a:p>
        </p:txBody>
      </p:sp>
      <p:sp>
        <p:nvSpPr>
          <p:cNvPr id="14" name="text-13"/>
          <p:cNvSpPr txBox="1"/>
          <p:nvPr/>
        </p:nvSpPr>
        <p:spPr>
          <a:xfrm>
            <a:off x="698500" y="3922776"/>
            <a:ext cx="88394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담당자</a:t>
            </a:r>
            <a:endParaRPr lang="en-US" sz="1600" dirty="0"/>
          </a:p>
        </p:txBody>
      </p:sp>
      <p:sp>
        <p:nvSpPr>
          <p:cNvPr id="15" name="text-14"/>
          <p:cNvSpPr txBox="1"/>
          <p:nvPr/>
        </p:nvSpPr>
        <p:spPr>
          <a:xfrm>
            <a:off x="2095500" y="3940429"/>
            <a:ext cx="373260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MC가 필요한 경우 MC, 그 외에는 무대운영팀</a:t>
            </a:r>
            <a:endParaRPr lang="en-US" sz="1400" dirty="0"/>
          </a:p>
        </p:txBody>
      </p:sp>
      <p:sp>
        <p:nvSpPr>
          <p:cNvPr id="16" name="text-15"/>
          <p:cNvSpPr txBox="1"/>
          <p:nvPr/>
        </p:nvSpPr>
        <p:spPr>
          <a:xfrm>
            <a:off x="698500" y="4599051"/>
            <a:ext cx="69095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F6E25A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음향</a:t>
            </a:r>
            <a:endParaRPr lang="en-US" sz="1600" dirty="0"/>
          </a:p>
        </p:txBody>
      </p:sp>
      <p:sp>
        <p:nvSpPr>
          <p:cNvPr id="17" name="text-16"/>
          <p:cNvSpPr txBox="1"/>
          <p:nvPr/>
        </p:nvSpPr>
        <p:spPr>
          <a:xfrm>
            <a:off x="2095500" y="4457954"/>
            <a:ext cx="5193903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필요한 음향기기와 내용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직접 악기를 쓰는 팀은 악기 · 마이크 · 마이크 스탠드까지 상세히</a:t>
            </a:r>
            <a:endParaRPr lang="en-US" sz="1400" dirty="0"/>
          </a:p>
        </p:txBody>
      </p:sp>
      <p:sp>
        <p:nvSpPr>
          <p:cNvPr id="18" name="text-17"/>
          <p:cNvSpPr txBox="1"/>
          <p:nvPr/>
        </p:nvSpPr>
        <p:spPr>
          <a:xfrm>
            <a:off x="698500" y="5275326"/>
            <a:ext cx="69095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조명</a:t>
            </a:r>
            <a:endParaRPr lang="en-US" sz="1600" dirty="0"/>
          </a:p>
        </p:txBody>
      </p:sp>
      <p:sp>
        <p:nvSpPr>
          <p:cNvPr id="19" name="text-18"/>
          <p:cNvSpPr txBox="1"/>
          <p:nvPr/>
        </p:nvSpPr>
        <p:spPr>
          <a:xfrm>
            <a:off x="2095500" y="5292979"/>
            <a:ext cx="377954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예시가 기본 세팅 · 추가로 필요하면 따로 요청</a:t>
            </a:r>
            <a:endParaRPr lang="en-US" sz="1400" dirty="0"/>
          </a:p>
        </p:txBody>
      </p:sp>
      <p:sp>
        <p:nvSpPr>
          <p:cNvPr id="20" name="text-19"/>
          <p:cNvSpPr txBox="1"/>
          <p:nvPr/>
        </p:nvSpPr>
        <p:spPr>
          <a:xfrm>
            <a:off x="698500" y="5808726"/>
            <a:ext cx="69095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영상</a:t>
            </a:r>
            <a:endParaRPr lang="en-US" sz="1600" dirty="0"/>
          </a:p>
        </p:txBody>
      </p:sp>
      <p:sp>
        <p:nvSpPr>
          <p:cNvPr id="21" name="text-20"/>
          <p:cNvSpPr txBox="1"/>
          <p:nvPr/>
        </p:nvSpPr>
        <p:spPr>
          <a:xfrm>
            <a:off x="2095500" y="5826379"/>
            <a:ext cx="45850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가사 PPT · 공연 연출용 영상 · PGM 중계 · 특별 영상 등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8615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04 요청사항 | REQUESTS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6209" y="434721"/>
            <a:ext cx="85209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18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67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2873" y="983107"/>
            <a:ext cx="3143052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큐시트 예시 ①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4073525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4362946" y="1192276"/>
            <a:ext cx="132893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댄스 동아리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381000" y="4412615"/>
            <a:ext cx="666552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이름</a:t>
            </a:r>
            <a:endParaRPr lang="en-US" sz="1500" dirty="0"/>
          </a:p>
        </p:txBody>
      </p:sp>
      <p:sp>
        <p:nvSpPr>
          <p:cNvPr id="9" name="text-8"/>
          <p:cNvSpPr txBox="1"/>
          <p:nvPr/>
        </p:nvSpPr>
        <p:spPr>
          <a:xfrm>
            <a:off x="381000" y="4695317"/>
            <a:ext cx="1158677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Great Order</a:t>
            </a:r>
            <a:endParaRPr lang="en-US" sz="1200" dirty="0"/>
          </a:p>
        </p:txBody>
      </p:sp>
      <p:sp>
        <p:nvSpPr>
          <p:cNvPr id="10" name="text-9"/>
          <p:cNvSpPr txBox="1"/>
          <p:nvPr/>
        </p:nvSpPr>
        <p:spPr>
          <a:xfrm>
            <a:off x="3276600" y="4412615"/>
            <a:ext cx="666552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장르</a:t>
            </a:r>
            <a:endParaRPr lang="en-US" sz="1500" dirty="0"/>
          </a:p>
        </p:txBody>
      </p:sp>
      <p:sp>
        <p:nvSpPr>
          <p:cNvPr id="11" name="text-10"/>
          <p:cNvSpPr txBox="1"/>
          <p:nvPr/>
        </p:nvSpPr>
        <p:spPr>
          <a:xfrm>
            <a:off x="3276600" y="4695317"/>
            <a:ext cx="593427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댄스</a:t>
            </a:r>
            <a:endParaRPr lang="en-US" sz="1200" dirty="0"/>
          </a:p>
        </p:txBody>
      </p:sp>
      <p:sp>
        <p:nvSpPr>
          <p:cNvPr id="12" name="text-11"/>
          <p:cNvSpPr txBox="1"/>
          <p:nvPr/>
        </p:nvSpPr>
        <p:spPr>
          <a:xfrm>
            <a:off x="6172200" y="4412615"/>
            <a:ext cx="1083370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총 인원수</a:t>
            </a:r>
            <a:endParaRPr lang="en-US" sz="1500" dirty="0"/>
          </a:p>
        </p:txBody>
      </p:sp>
      <p:sp>
        <p:nvSpPr>
          <p:cNvPr id="13" name="text-12"/>
          <p:cNvSpPr txBox="1"/>
          <p:nvPr/>
        </p:nvSpPr>
        <p:spPr>
          <a:xfrm>
            <a:off x="6172200" y="4695317"/>
            <a:ext cx="627955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23명</a:t>
            </a:r>
            <a:endParaRPr lang="en-US" sz="1200" dirty="0"/>
          </a:p>
        </p:txBody>
      </p:sp>
      <p:sp>
        <p:nvSpPr>
          <p:cNvPr id="14" name="text-13"/>
          <p:cNvSpPr txBox="1"/>
          <p:nvPr/>
        </p:nvSpPr>
        <p:spPr>
          <a:xfrm>
            <a:off x="9067800" y="4412615"/>
            <a:ext cx="1583134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곡명 (소요시간)</a:t>
            </a:r>
            <a:endParaRPr lang="en-US" sz="1500" dirty="0"/>
          </a:p>
        </p:txBody>
      </p:sp>
      <p:sp>
        <p:nvSpPr>
          <p:cNvPr id="15" name="text-14"/>
          <p:cNvSpPr txBox="1"/>
          <p:nvPr/>
        </p:nvSpPr>
        <p:spPr>
          <a:xfrm>
            <a:off x="9067800" y="4695327"/>
            <a:ext cx="2219127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Good to me (3′54″)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지금은 엘리야 때처럼 (4′02″)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8615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04 요청사항 | REQUESTS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6209" y="434721"/>
            <a:ext cx="85209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19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67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2873" y="983107"/>
            <a:ext cx="2029420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댄스 · 좌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2959894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3249315" y="1192276"/>
            <a:ext cx="286315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시간 · 단시 · 구분 · 프로그램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698500" y="6031865"/>
            <a:ext cx="666552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단시</a:t>
            </a:r>
            <a:endParaRPr lang="en-US" sz="1500" dirty="0"/>
          </a:p>
        </p:txBody>
      </p:sp>
      <p:sp>
        <p:nvSpPr>
          <p:cNvPr id="9" name="text-8"/>
          <p:cNvSpPr txBox="1"/>
          <p:nvPr/>
        </p:nvSpPr>
        <p:spPr>
          <a:xfrm>
            <a:off x="698500" y="6314567"/>
            <a:ext cx="2051943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3′ · 10′ · 2′ 세부 타임라인</a:t>
            </a:r>
            <a:endParaRPr lang="en-US" sz="1200" dirty="0"/>
          </a:p>
        </p:txBody>
      </p:sp>
      <p:sp>
        <p:nvSpPr>
          <p:cNvPr id="10" name="text-9"/>
          <p:cNvSpPr txBox="1"/>
          <p:nvPr/>
        </p:nvSpPr>
        <p:spPr>
          <a:xfrm>
            <a:off x="4203700" y="6031865"/>
            <a:ext cx="666552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구분</a:t>
            </a:r>
            <a:endParaRPr lang="en-US" sz="1500" dirty="0"/>
          </a:p>
        </p:txBody>
      </p:sp>
      <p:sp>
        <p:nvSpPr>
          <p:cNvPr id="11" name="text-10"/>
          <p:cNvSpPr txBox="1"/>
          <p:nvPr/>
        </p:nvSpPr>
        <p:spPr>
          <a:xfrm>
            <a:off x="4203700" y="6314567"/>
            <a:ext cx="1756569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동아리공연 (동아리명)</a:t>
            </a:r>
            <a:endParaRPr lang="en-US" sz="1200" dirty="0"/>
          </a:p>
        </p:txBody>
      </p:sp>
      <p:sp>
        <p:nvSpPr>
          <p:cNvPr id="12" name="text-11"/>
          <p:cNvSpPr txBox="1"/>
          <p:nvPr/>
        </p:nvSpPr>
        <p:spPr>
          <a:xfrm>
            <a:off x="7708900" y="6031865"/>
            <a:ext cx="1028204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프로그램</a:t>
            </a:r>
            <a:endParaRPr lang="en-US" sz="1500" dirty="0"/>
          </a:p>
        </p:txBody>
      </p:sp>
      <p:sp>
        <p:nvSpPr>
          <p:cNvPr id="13" name="text-12"/>
          <p:cNvSpPr txBox="1"/>
          <p:nvPr/>
        </p:nvSpPr>
        <p:spPr>
          <a:xfrm>
            <a:off x="7708900" y="6314577"/>
            <a:ext cx="3412331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이름 · 장르 · 총 인원수 · 곡명(소요시간) 필수 +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입장 · 애니메이션 타이밍 · 꿈 소개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8615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04 요청사항 | REQUESTS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7995" y="434721"/>
            <a:ext cx="85030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20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67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2873" y="983107"/>
            <a:ext cx="2029420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댄스 · 우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2959894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3249315" y="1192276"/>
            <a:ext cx="267007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담당자 · 음향 · 조명 · 영상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698500" y="6031865"/>
            <a:ext cx="847427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담당자</a:t>
            </a:r>
            <a:endParaRPr lang="en-US" sz="1500" dirty="0"/>
          </a:p>
        </p:txBody>
      </p:sp>
      <p:sp>
        <p:nvSpPr>
          <p:cNvPr id="9" name="text-8"/>
          <p:cNvSpPr txBox="1"/>
          <p:nvPr/>
        </p:nvSpPr>
        <p:spPr>
          <a:xfrm>
            <a:off x="698500" y="6314577"/>
            <a:ext cx="181709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MC 필요 시 MC · 그 외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무대운영팀</a:t>
            </a:r>
            <a:endParaRPr lang="en-US" sz="1200" dirty="0"/>
          </a:p>
        </p:txBody>
      </p:sp>
      <p:sp>
        <p:nvSpPr>
          <p:cNvPr id="10" name="text-9"/>
          <p:cNvSpPr txBox="1"/>
          <p:nvPr/>
        </p:nvSpPr>
        <p:spPr>
          <a:xfrm>
            <a:off x="2959100" y="6031865"/>
            <a:ext cx="666552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음향</a:t>
            </a:r>
            <a:endParaRPr lang="en-US" sz="1500" dirty="0"/>
          </a:p>
        </p:txBody>
      </p:sp>
      <p:sp>
        <p:nvSpPr>
          <p:cNvPr id="11" name="text-10"/>
          <p:cNvSpPr txBox="1"/>
          <p:nvPr/>
        </p:nvSpPr>
        <p:spPr>
          <a:xfrm>
            <a:off x="2959100" y="6314577"/>
            <a:ext cx="1976338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MR 팀은 음원 재생 · 사용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마이크</a:t>
            </a:r>
            <a:endParaRPr lang="en-US" sz="1200" dirty="0"/>
          </a:p>
        </p:txBody>
      </p:sp>
      <p:sp>
        <p:nvSpPr>
          <p:cNvPr id="12" name="text-11"/>
          <p:cNvSpPr txBox="1"/>
          <p:nvPr/>
        </p:nvSpPr>
        <p:spPr>
          <a:xfrm>
            <a:off x="5219700" y="6031865"/>
            <a:ext cx="666552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조명</a:t>
            </a:r>
            <a:endParaRPr lang="en-US" sz="1500" dirty="0"/>
          </a:p>
        </p:txBody>
      </p:sp>
      <p:sp>
        <p:nvSpPr>
          <p:cNvPr id="13" name="text-12"/>
          <p:cNvSpPr txBox="1"/>
          <p:nvPr/>
        </p:nvSpPr>
        <p:spPr>
          <a:xfrm>
            <a:off x="5219700" y="6314577"/>
            <a:ext cx="2322612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예시가 기본 세팅 · 추가는 별도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요청</a:t>
            </a:r>
            <a:endParaRPr lang="en-US" sz="1200" dirty="0"/>
          </a:p>
        </p:txBody>
      </p:sp>
      <p:sp>
        <p:nvSpPr>
          <p:cNvPr id="14" name="text-13"/>
          <p:cNvSpPr txBox="1"/>
          <p:nvPr/>
        </p:nvSpPr>
        <p:spPr>
          <a:xfrm>
            <a:off x="7480300" y="6031865"/>
            <a:ext cx="666552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영상</a:t>
            </a:r>
            <a:endParaRPr lang="en-US" sz="1500" dirty="0"/>
          </a:p>
        </p:txBody>
      </p:sp>
      <p:sp>
        <p:nvSpPr>
          <p:cNvPr id="15" name="text-14"/>
          <p:cNvSpPr txBox="1"/>
          <p:nvPr/>
        </p:nvSpPr>
        <p:spPr>
          <a:xfrm>
            <a:off x="7480300" y="6314577"/>
            <a:ext cx="2189956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가사 PPT · 공연 연출 · PGM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중계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8615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04 요청사항 | REQUESTS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7995" y="434721"/>
            <a:ext cx="85030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21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67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2873" y="983107"/>
            <a:ext cx="3143052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큐시트 예시 ②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4073525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4362946" y="1192276"/>
            <a:ext cx="132893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밴드 동아리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381000" y="4558665"/>
            <a:ext cx="666552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이름</a:t>
            </a:r>
            <a:endParaRPr lang="en-US" sz="1500" dirty="0"/>
          </a:p>
        </p:txBody>
      </p:sp>
      <p:sp>
        <p:nvSpPr>
          <p:cNvPr id="9" name="text-8"/>
          <p:cNvSpPr txBox="1"/>
          <p:nvPr/>
        </p:nvSpPr>
        <p:spPr>
          <a:xfrm>
            <a:off x="381000" y="4841367"/>
            <a:ext cx="1402159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즉흥적 새벽 두시</a:t>
            </a:r>
            <a:endParaRPr lang="en-US" sz="1200" dirty="0"/>
          </a:p>
        </p:txBody>
      </p:sp>
      <p:sp>
        <p:nvSpPr>
          <p:cNvPr id="10" name="text-9"/>
          <p:cNvSpPr txBox="1"/>
          <p:nvPr/>
        </p:nvSpPr>
        <p:spPr>
          <a:xfrm>
            <a:off x="3276600" y="4558665"/>
            <a:ext cx="666552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장르</a:t>
            </a:r>
            <a:endParaRPr lang="en-US" sz="1500" dirty="0"/>
          </a:p>
        </p:txBody>
      </p:sp>
      <p:sp>
        <p:nvSpPr>
          <p:cNvPr id="11" name="text-10"/>
          <p:cNvSpPr txBox="1"/>
          <p:nvPr/>
        </p:nvSpPr>
        <p:spPr>
          <a:xfrm>
            <a:off x="3276600" y="4841367"/>
            <a:ext cx="593427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밴드</a:t>
            </a:r>
            <a:endParaRPr lang="en-US" sz="1200" dirty="0"/>
          </a:p>
        </p:txBody>
      </p:sp>
      <p:sp>
        <p:nvSpPr>
          <p:cNvPr id="12" name="text-11"/>
          <p:cNvSpPr txBox="1"/>
          <p:nvPr/>
        </p:nvSpPr>
        <p:spPr>
          <a:xfrm>
            <a:off x="6172200" y="4558665"/>
            <a:ext cx="1083370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총 인원수</a:t>
            </a:r>
            <a:endParaRPr lang="en-US" sz="1500" dirty="0"/>
          </a:p>
        </p:txBody>
      </p:sp>
      <p:sp>
        <p:nvSpPr>
          <p:cNvPr id="13" name="text-12"/>
          <p:cNvSpPr txBox="1"/>
          <p:nvPr/>
        </p:nvSpPr>
        <p:spPr>
          <a:xfrm>
            <a:off x="6172200" y="4841367"/>
            <a:ext cx="538559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8명</a:t>
            </a:r>
            <a:endParaRPr lang="en-US" sz="1200" dirty="0"/>
          </a:p>
        </p:txBody>
      </p:sp>
      <p:sp>
        <p:nvSpPr>
          <p:cNvPr id="14" name="text-13"/>
          <p:cNvSpPr txBox="1"/>
          <p:nvPr/>
        </p:nvSpPr>
        <p:spPr>
          <a:xfrm>
            <a:off x="9067800" y="4558665"/>
            <a:ext cx="1583134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곡명 (소요시간)</a:t>
            </a:r>
            <a:endParaRPr lang="en-US" sz="1500" dirty="0"/>
          </a:p>
        </p:txBody>
      </p:sp>
      <p:sp>
        <p:nvSpPr>
          <p:cNvPr id="15" name="text-14"/>
          <p:cNvSpPr txBox="1"/>
          <p:nvPr/>
        </p:nvSpPr>
        <p:spPr>
          <a:xfrm>
            <a:off x="9067800" y="4841377"/>
            <a:ext cx="2746474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Like it (2′) · What you won't do for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love (1′45″) · Popo (5′15″)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8615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04 요청사항 | REQUESTS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9781" y="434721"/>
            <a:ext cx="848519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22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67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2873" y="983107"/>
            <a:ext cx="2029420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밴드 · 좌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2959894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3249315" y="1192276"/>
            <a:ext cx="286315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시간 · 단시 · 구분 · 프로그램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698500" y="6031865"/>
            <a:ext cx="1861840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프로그램 필수 항목</a:t>
            </a:r>
            <a:endParaRPr lang="en-US" sz="1500" dirty="0"/>
          </a:p>
        </p:txBody>
      </p:sp>
      <p:sp>
        <p:nvSpPr>
          <p:cNvPr id="9" name="text-8"/>
          <p:cNvSpPr txBox="1"/>
          <p:nvPr/>
        </p:nvSpPr>
        <p:spPr>
          <a:xfrm>
            <a:off x="698500" y="6314567"/>
            <a:ext cx="2944316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이름 · 장르 · 총 인원수 · 곡명(소요시간)</a:t>
            </a:r>
            <a:endParaRPr lang="en-US" sz="1200" dirty="0"/>
          </a:p>
        </p:txBody>
      </p:sp>
      <p:sp>
        <p:nvSpPr>
          <p:cNvPr id="10" name="text-9"/>
          <p:cNvSpPr txBox="1"/>
          <p:nvPr/>
        </p:nvSpPr>
        <p:spPr>
          <a:xfrm>
            <a:off x="5645150" y="6031865"/>
            <a:ext cx="1083370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함께 기입</a:t>
            </a:r>
            <a:endParaRPr lang="en-US" sz="1500" dirty="0"/>
          </a:p>
        </p:txBody>
      </p:sp>
      <p:sp>
        <p:nvSpPr>
          <p:cNvPr id="11" name="text-10"/>
          <p:cNvSpPr txBox="1"/>
          <p:nvPr/>
        </p:nvSpPr>
        <p:spPr>
          <a:xfrm>
            <a:off x="5645150" y="6314577"/>
            <a:ext cx="5004891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동아리 입장 타이밍 · 별자리 로고 애니메이션 재생 타이밍 · 동아리 및 꿈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소개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8615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04 요청사항 | REQUESTS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9781" y="434721"/>
            <a:ext cx="848519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23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67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2873" y="983107"/>
            <a:ext cx="2029420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밴드 · 우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2959894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3249315" y="1192276"/>
            <a:ext cx="267007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담당자 · 음향 · 조명 · 영상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698500" y="6031865"/>
            <a:ext cx="1550690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음향 — 상세히!</a:t>
            </a:r>
            <a:endParaRPr lang="en-US" sz="1500" dirty="0"/>
          </a:p>
        </p:txBody>
      </p:sp>
      <p:sp>
        <p:nvSpPr>
          <p:cNvPr id="9" name="text-8"/>
          <p:cNvSpPr txBox="1"/>
          <p:nvPr/>
        </p:nvSpPr>
        <p:spPr>
          <a:xfrm>
            <a:off x="698500" y="6314577"/>
            <a:ext cx="5669260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직접 연주하는 팀은 악기 · 마이크 개수 · 마이크 스탠드까지 모두 기입 — 예) 일렉1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· 베이스1 · 드럼1 · 건반1 · 색소폰 / mic 4 · stand 4</a:t>
            </a:r>
            <a:endParaRPr lang="en-US" sz="1200" dirty="0"/>
          </a:p>
        </p:txBody>
      </p:sp>
      <p:sp>
        <p:nvSpPr>
          <p:cNvPr id="10" name="text-9"/>
          <p:cNvSpPr txBox="1"/>
          <p:nvPr/>
        </p:nvSpPr>
        <p:spPr>
          <a:xfrm>
            <a:off x="6320334" y="6031865"/>
            <a:ext cx="1224062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조명 · 영상</a:t>
            </a:r>
            <a:endParaRPr lang="en-US" sz="1500" dirty="0"/>
          </a:p>
        </p:txBody>
      </p:sp>
      <p:sp>
        <p:nvSpPr>
          <p:cNvPr id="11" name="text-10"/>
          <p:cNvSpPr txBox="1"/>
          <p:nvPr/>
        </p:nvSpPr>
        <p:spPr>
          <a:xfrm>
            <a:off x="6320334" y="6314567"/>
            <a:ext cx="2586732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기본 세팅 외 필요 사항은 별도 요청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8615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04 요청사항 | REQUESTS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54445" y="434721"/>
            <a:ext cx="84385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24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67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F6E25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2873" y="983107"/>
            <a:ext cx="3984129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구글 드라이브 제출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4914602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5204023" y="1192276"/>
            <a:ext cx="241200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양식 다운로드 → 업로드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698500" y="4867466"/>
            <a:ext cx="397252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[공연자료] 2026 창문축제 — ‘0. 자료 양식’ 폴더 + 동아리별 폴더</a:t>
            </a:r>
            <a:endParaRPr lang="en-US" sz="1050" dirty="0"/>
          </a:p>
        </p:txBody>
      </p:sp>
      <p:sp>
        <p:nvSpPr>
          <p:cNvPr id="9" name="text-8"/>
          <p:cNvSpPr txBox="1"/>
          <p:nvPr/>
        </p:nvSpPr>
        <p:spPr>
          <a:xfrm>
            <a:off x="882749" y="5411343"/>
            <a:ext cx="40620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-9"/>
          <p:cNvSpPr txBox="1"/>
          <p:nvPr/>
        </p:nvSpPr>
        <p:spPr>
          <a:xfrm>
            <a:off x="1308100" y="5267198"/>
            <a:ext cx="167590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양식 다운로드</a:t>
            </a:r>
            <a:endParaRPr lang="en-US" sz="1800" dirty="0"/>
          </a:p>
        </p:txBody>
      </p:sp>
      <p:sp>
        <p:nvSpPr>
          <p:cNvPr id="11" name="text-10"/>
          <p:cNvSpPr txBox="1"/>
          <p:nvPr/>
        </p:nvSpPr>
        <p:spPr>
          <a:xfrm>
            <a:off x="1308100" y="5624068"/>
            <a:ext cx="262016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‘0. 자료 양식’ 폴더에서 양식 받기</a:t>
            </a:r>
            <a:endParaRPr lang="en-US" sz="1300" dirty="0"/>
          </a:p>
        </p:txBody>
      </p:sp>
      <p:sp>
        <p:nvSpPr>
          <p:cNvPr id="12" name="text-11"/>
          <p:cNvSpPr txBox="1"/>
          <p:nvPr/>
        </p:nvSpPr>
        <p:spPr>
          <a:xfrm>
            <a:off x="4482108" y="5411343"/>
            <a:ext cx="40401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-12"/>
          <p:cNvSpPr txBox="1"/>
          <p:nvPr/>
        </p:nvSpPr>
        <p:spPr>
          <a:xfrm>
            <a:off x="4906367" y="5267198"/>
            <a:ext cx="7396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작성</a:t>
            </a:r>
            <a:endParaRPr lang="en-US" sz="1800" dirty="0"/>
          </a:p>
        </p:txBody>
      </p:sp>
      <p:sp>
        <p:nvSpPr>
          <p:cNvPr id="14" name="text-13"/>
          <p:cNvSpPr txBox="1"/>
          <p:nvPr/>
        </p:nvSpPr>
        <p:spPr>
          <a:xfrm>
            <a:off x="4906367" y="5624068"/>
            <a:ext cx="201195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작성 가이드와 예시 참고</a:t>
            </a:r>
            <a:endParaRPr lang="en-US" sz="1300" dirty="0"/>
          </a:p>
        </p:txBody>
      </p:sp>
      <p:sp>
        <p:nvSpPr>
          <p:cNvPr id="15" name="text-14"/>
          <p:cNvSpPr txBox="1"/>
          <p:nvPr/>
        </p:nvSpPr>
        <p:spPr>
          <a:xfrm>
            <a:off x="8080474" y="5411343"/>
            <a:ext cx="40401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spc="-16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-15"/>
          <p:cNvSpPr txBox="1"/>
          <p:nvPr/>
        </p:nvSpPr>
        <p:spPr>
          <a:xfrm>
            <a:off x="8504734" y="5267198"/>
            <a:ext cx="239474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 폴더에 업로드</a:t>
            </a:r>
            <a:endParaRPr lang="en-US" sz="1800" dirty="0"/>
          </a:p>
        </p:txBody>
      </p:sp>
      <p:sp>
        <p:nvSpPr>
          <p:cNvPr id="17" name="text-16"/>
          <p:cNvSpPr txBox="1"/>
          <p:nvPr/>
        </p:nvSpPr>
        <p:spPr>
          <a:xfrm>
            <a:off x="8504734" y="5624068"/>
            <a:ext cx="3054747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큐시트 1차 </a:t>
            </a:r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10.17(토)</a:t>
            </a:r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· 최종 </a:t>
            </a:r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10.23(금)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음원 · 가사 PPT </a:t>
            </a:r>
            <a:pPr algn="l" indent="0" marL="0">
              <a:lnSpc>
                <a:spcPts val="1950"/>
              </a:lnSpc>
              <a:buNone/>
            </a:pPr>
            <a:r>
              <a:rPr lang="en-US" sz="13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10.23(금)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86154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04 요청사항 | REQUESTS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8988" y="434721"/>
            <a:ext cx="849313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25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67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F6E25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2873" y="983107"/>
            <a:ext cx="3434358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꼭 확인해주세요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1095177" y="2483104"/>
            <a:ext cx="52744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-6"/>
          <p:cNvSpPr txBox="1"/>
          <p:nvPr/>
        </p:nvSpPr>
        <p:spPr>
          <a:xfrm>
            <a:off x="952500" y="3151569"/>
            <a:ext cx="223877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제출 기한 재확인</a:t>
            </a:r>
            <a:endParaRPr lang="en-US" sz="2100" dirty="0"/>
          </a:p>
        </p:txBody>
      </p:sp>
      <p:sp>
        <p:nvSpPr>
          <p:cNvPr id="8" name="text-7"/>
          <p:cNvSpPr txBox="1"/>
          <p:nvPr/>
        </p:nvSpPr>
        <p:spPr>
          <a:xfrm>
            <a:off x="952500" y="3610324"/>
            <a:ext cx="264398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10.17(토) 23:59</a:t>
            </a:r>
            <a:endParaRPr lang="en-US" sz="1350" dirty="0"/>
          </a:p>
        </p:txBody>
      </p:sp>
      <p:sp>
        <p:nvSpPr>
          <p:cNvPr id="9" name="text-8"/>
          <p:cNvSpPr txBox="1"/>
          <p:nvPr/>
        </p:nvSpPr>
        <p:spPr>
          <a:xfrm>
            <a:off x="952500" y="3867499"/>
            <a:ext cx="264398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큐시트 1차 · 스크립트 · 꿈 소개</a:t>
            </a:r>
            <a:endParaRPr lang="en-US" sz="1350" dirty="0"/>
          </a:p>
        </p:txBody>
      </p:sp>
      <p:sp>
        <p:nvSpPr>
          <p:cNvPr id="10" name="text-9"/>
          <p:cNvSpPr txBox="1"/>
          <p:nvPr/>
        </p:nvSpPr>
        <p:spPr>
          <a:xfrm>
            <a:off x="952500" y="4458049"/>
            <a:ext cx="264398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큐시트 최종 · 음원 · 가사 PPT</a:t>
            </a:r>
            <a:endParaRPr lang="en-US" sz="1350" dirty="0"/>
          </a:p>
        </p:txBody>
      </p:sp>
      <p:sp>
        <p:nvSpPr>
          <p:cNvPr id="11" name="text-10"/>
          <p:cNvSpPr txBox="1"/>
          <p:nvPr/>
        </p:nvSpPr>
        <p:spPr>
          <a:xfrm>
            <a:off x="952500" y="4171061"/>
            <a:ext cx="157291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10.23(금) 23:59</a:t>
            </a:r>
            <a:endParaRPr lang="en-US" sz="1350" dirty="0"/>
          </a:p>
        </p:txBody>
      </p:sp>
      <p:sp>
        <p:nvSpPr>
          <p:cNvPr id="12" name="text-11"/>
          <p:cNvSpPr txBox="1"/>
          <p:nvPr/>
        </p:nvSpPr>
        <p:spPr>
          <a:xfrm>
            <a:off x="4745335" y="2483104"/>
            <a:ext cx="52516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-12"/>
          <p:cNvSpPr txBox="1"/>
          <p:nvPr/>
        </p:nvSpPr>
        <p:spPr>
          <a:xfrm>
            <a:off x="4601567" y="3151569"/>
            <a:ext cx="223877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카톡방 공지 필독</a:t>
            </a:r>
            <a:endParaRPr lang="en-US" sz="2100" dirty="0"/>
          </a:p>
        </p:txBody>
      </p:sp>
      <p:sp>
        <p:nvSpPr>
          <p:cNvPr id="14" name="text-13"/>
          <p:cNvSpPr txBox="1"/>
          <p:nvPr/>
        </p:nvSpPr>
        <p:spPr>
          <a:xfrm>
            <a:off x="4601567" y="3582595"/>
            <a:ext cx="2354362" cy="531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무대운영팀의 공지와 안내를</a:t>
            </a: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꼭 확인해주세요</a:t>
            </a:r>
            <a:endParaRPr lang="en-US" sz="1350" dirty="0"/>
          </a:p>
        </p:txBody>
      </p:sp>
      <p:sp>
        <p:nvSpPr>
          <p:cNvPr id="15" name="text-14"/>
          <p:cNvSpPr txBox="1"/>
          <p:nvPr/>
        </p:nvSpPr>
        <p:spPr>
          <a:xfrm>
            <a:off x="8394502" y="2483104"/>
            <a:ext cx="52516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-15"/>
          <p:cNvSpPr txBox="1"/>
          <p:nvPr/>
        </p:nvSpPr>
        <p:spPr>
          <a:xfrm>
            <a:off x="8250734" y="3151569"/>
            <a:ext cx="223877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리허설 일정 체크</a:t>
            </a:r>
            <a:endParaRPr lang="en-US" sz="2100" dirty="0"/>
          </a:p>
        </p:txBody>
      </p:sp>
      <p:sp>
        <p:nvSpPr>
          <p:cNvPr id="17" name="text-16"/>
          <p:cNvSpPr txBox="1"/>
          <p:nvPr/>
        </p:nvSpPr>
        <p:spPr>
          <a:xfrm>
            <a:off x="8250734" y="3582595"/>
            <a:ext cx="2449116" cy="531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DAY2 · DAY3 리허설 시간을</a:t>
            </a: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다시 한번 확인해주세요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237142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05 공연 순서 | RUNNING ORDER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7995" y="434721"/>
            <a:ext cx="85030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26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79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D35185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4064" y="983107"/>
            <a:ext cx="4533900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 공연 순서 발표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800100" y="1943354"/>
            <a:ext cx="79325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DAY2</a:t>
            </a:r>
            <a:endParaRPr lang="en-US" sz="1400" dirty="0"/>
          </a:p>
        </p:txBody>
      </p:sp>
      <p:sp>
        <p:nvSpPr>
          <p:cNvPr id="7" name="text-6"/>
          <p:cNvSpPr txBox="1"/>
          <p:nvPr/>
        </p:nvSpPr>
        <p:spPr>
          <a:xfrm>
            <a:off x="1542554" y="1943354"/>
            <a:ext cx="205263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11.05 · 18:00–20:00</a:t>
            </a:r>
            <a:endParaRPr lang="en-US" sz="1400" dirty="0"/>
          </a:p>
        </p:txBody>
      </p:sp>
      <p:sp>
        <p:nvSpPr>
          <p:cNvPr id="8" name="text-7"/>
          <p:cNvSpPr txBox="1"/>
          <p:nvPr/>
        </p:nvSpPr>
        <p:spPr>
          <a:xfrm>
            <a:off x="698500" y="2484882"/>
            <a:ext cx="49569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00</a:t>
            </a:r>
            <a:endParaRPr lang="en-US" sz="1200" dirty="0"/>
          </a:p>
        </p:txBody>
      </p:sp>
      <p:sp>
        <p:nvSpPr>
          <p:cNvPr id="9" name="text-8"/>
          <p:cNvSpPr txBox="1"/>
          <p:nvPr/>
        </p:nvSpPr>
        <p:spPr>
          <a:xfrm>
            <a:off x="1181100" y="2456815"/>
            <a:ext cx="847427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오프닝</a:t>
            </a:r>
            <a:endParaRPr lang="en-US" sz="1500" dirty="0"/>
          </a:p>
        </p:txBody>
      </p:sp>
      <p:sp>
        <p:nvSpPr>
          <p:cNvPr id="10" name="text-9"/>
          <p:cNvSpPr txBox="1"/>
          <p:nvPr/>
        </p:nvSpPr>
        <p:spPr>
          <a:xfrm>
            <a:off x="698500" y="2954782"/>
            <a:ext cx="49569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-10"/>
          <p:cNvSpPr txBox="1"/>
          <p:nvPr/>
        </p:nvSpPr>
        <p:spPr>
          <a:xfrm>
            <a:off x="1181100" y="2912237"/>
            <a:ext cx="2009477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한동대학교 응원단</a:t>
            </a:r>
            <a:endParaRPr lang="en-US" sz="1700" dirty="0"/>
          </a:p>
        </p:txBody>
      </p:sp>
      <p:sp>
        <p:nvSpPr>
          <p:cNvPr id="12" name="text-11"/>
          <p:cNvSpPr txBox="1"/>
          <p:nvPr/>
        </p:nvSpPr>
        <p:spPr>
          <a:xfrm>
            <a:off x="698500" y="3424682"/>
            <a:ext cx="49371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-12"/>
          <p:cNvSpPr txBox="1"/>
          <p:nvPr/>
        </p:nvSpPr>
        <p:spPr>
          <a:xfrm>
            <a:off x="1181100" y="3382137"/>
            <a:ext cx="715268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지지</a:t>
            </a:r>
            <a:endParaRPr lang="en-US" sz="1700" dirty="0"/>
          </a:p>
        </p:txBody>
      </p:sp>
      <p:sp>
        <p:nvSpPr>
          <p:cNvPr id="14" name="text-13"/>
          <p:cNvSpPr txBox="1"/>
          <p:nvPr/>
        </p:nvSpPr>
        <p:spPr>
          <a:xfrm>
            <a:off x="698500" y="3894582"/>
            <a:ext cx="49371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-14"/>
          <p:cNvSpPr txBox="1"/>
          <p:nvPr/>
        </p:nvSpPr>
        <p:spPr>
          <a:xfrm>
            <a:off x="1181100" y="3852037"/>
            <a:ext cx="715268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한풍</a:t>
            </a:r>
            <a:endParaRPr lang="en-US" sz="1700" dirty="0"/>
          </a:p>
        </p:txBody>
      </p:sp>
      <p:sp>
        <p:nvSpPr>
          <p:cNvPr id="16" name="text-15"/>
          <p:cNvSpPr txBox="1"/>
          <p:nvPr/>
        </p:nvSpPr>
        <p:spPr>
          <a:xfrm>
            <a:off x="698500" y="4364482"/>
            <a:ext cx="49371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-16"/>
          <p:cNvSpPr txBox="1"/>
          <p:nvPr/>
        </p:nvSpPr>
        <p:spPr>
          <a:xfrm>
            <a:off x="1181100" y="4321937"/>
            <a:ext cx="715268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지오</a:t>
            </a:r>
            <a:endParaRPr lang="en-US" sz="1700" dirty="0"/>
          </a:p>
        </p:txBody>
      </p:sp>
      <p:sp>
        <p:nvSpPr>
          <p:cNvPr id="18" name="text-17"/>
          <p:cNvSpPr txBox="1"/>
          <p:nvPr/>
        </p:nvSpPr>
        <p:spPr>
          <a:xfrm>
            <a:off x="698500" y="4834382"/>
            <a:ext cx="49460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-18"/>
          <p:cNvSpPr txBox="1"/>
          <p:nvPr/>
        </p:nvSpPr>
        <p:spPr>
          <a:xfrm>
            <a:off x="1181100" y="4791837"/>
            <a:ext cx="762099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NEO</a:t>
            </a:r>
            <a:endParaRPr lang="en-US" sz="1700" dirty="0"/>
          </a:p>
        </p:txBody>
      </p:sp>
      <p:sp>
        <p:nvSpPr>
          <p:cNvPr id="20" name="text-19"/>
          <p:cNvSpPr txBox="1"/>
          <p:nvPr/>
        </p:nvSpPr>
        <p:spPr>
          <a:xfrm>
            <a:off x="698500" y="5304282"/>
            <a:ext cx="49569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-20"/>
          <p:cNvSpPr txBox="1"/>
          <p:nvPr/>
        </p:nvSpPr>
        <p:spPr>
          <a:xfrm>
            <a:off x="1181100" y="5261737"/>
            <a:ext cx="1331020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피치파이프</a:t>
            </a:r>
            <a:endParaRPr lang="en-US" sz="1700" dirty="0"/>
          </a:p>
        </p:txBody>
      </p:sp>
      <p:sp>
        <p:nvSpPr>
          <p:cNvPr id="22" name="text-21"/>
          <p:cNvSpPr txBox="1"/>
          <p:nvPr/>
        </p:nvSpPr>
        <p:spPr>
          <a:xfrm>
            <a:off x="698500" y="5774182"/>
            <a:ext cx="49371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07</a:t>
            </a:r>
            <a:endParaRPr lang="en-US" sz="1200" dirty="0"/>
          </a:p>
        </p:txBody>
      </p:sp>
      <p:sp>
        <p:nvSpPr>
          <p:cNvPr id="23" name="text-22"/>
          <p:cNvSpPr txBox="1"/>
          <p:nvPr/>
        </p:nvSpPr>
        <p:spPr>
          <a:xfrm>
            <a:off x="1181100" y="5731637"/>
            <a:ext cx="1929705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즉흥적 새벽 두 시</a:t>
            </a:r>
            <a:endParaRPr lang="en-US" sz="1700" dirty="0"/>
          </a:p>
        </p:txBody>
      </p:sp>
      <p:sp>
        <p:nvSpPr>
          <p:cNvPr id="24" name="text-23"/>
          <p:cNvSpPr txBox="1"/>
          <p:nvPr/>
        </p:nvSpPr>
        <p:spPr>
          <a:xfrm>
            <a:off x="6546850" y="1943354"/>
            <a:ext cx="79325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DAY3</a:t>
            </a:r>
            <a:endParaRPr lang="en-US" sz="1400" dirty="0"/>
          </a:p>
        </p:txBody>
      </p:sp>
      <p:sp>
        <p:nvSpPr>
          <p:cNvPr id="25" name="text-24"/>
          <p:cNvSpPr txBox="1"/>
          <p:nvPr/>
        </p:nvSpPr>
        <p:spPr>
          <a:xfrm>
            <a:off x="7289304" y="1943354"/>
            <a:ext cx="205263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11.06 · 17:45–19:30</a:t>
            </a:r>
            <a:endParaRPr lang="en-US" sz="1400" dirty="0"/>
          </a:p>
        </p:txBody>
      </p:sp>
      <p:sp>
        <p:nvSpPr>
          <p:cNvPr id="26" name="text-25"/>
          <p:cNvSpPr txBox="1"/>
          <p:nvPr/>
        </p:nvSpPr>
        <p:spPr>
          <a:xfrm>
            <a:off x="6445250" y="2484882"/>
            <a:ext cx="49569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00</a:t>
            </a:r>
            <a:endParaRPr lang="en-US" sz="1200" dirty="0"/>
          </a:p>
        </p:txBody>
      </p:sp>
      <p:sp>
        <p:nvSpPr>
          <p:cNvPr id="27" name="text-26"/>
          <p:cNvSpPr txBox="1"/>
          <p:nvPr/>
        </p:nvSpPr>
        <p:spPr>
          <a:xfrm>
            <a:off x="6927850" y="2456815"/>
            <a:ext cx="847427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오프닝</a:t>
            </a:r>
            <a:endParaRPr lang="en-US" sz="1500" dirty="0"/>
          </a:p>
        </p:txBody>
      </p:sp>
      <p:sp>
        <p:nvSpPr>
          <p:cNvPr id="28" name="text-27"/>
          <p:cNvSpPr txBox="1"/>
          <p:nvPr/>
        </p:nvSpPr>
        <p:spPr>
          <a:xfrm>
            <a:off x="6445250" y="2954782"/>
            <a:ext cx="49569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01</a:t>
            </a:r>
            <a:endParaRPr lang="en-US" sz="1200" dirty="0"/>
          </a:p>
        </p:txBody>
      </p:sp>
      <p:sp>
        <p:nvSpPr>
          <p:cNvPr id="29" name="text-28"/>
          <p:cNvSpPr txBox="1"/>
          <p:nvPr/>
        </p:nvSpPr>
        <p:spPr>
          <a:xfrm>
            <a:off x="6927850" y="2912237"/>
            <a:ext cx="1125736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천풍해세</a:t>
            </a:r>
            <a:endParaRPr lang="en-US" sz="1700" dirty="0"/>
          </a:p>
        </p:txBody>
      </p:sp>
      <p:sp>
        <p:nvSpPr>
          <p:cNvPr id="30" name="text-29"/>
          <p:cNvSpPr txBox="1"/>
          <p:nvPr/>
        </p:nvSpPr>
        <p:spPr>
          <a:xfrm>
            <a:off x="6445250" y="3424682"/>
            <a:ext cx="49371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02</a:t>
            </a:r>
            <a:endParaRPr lang="en-US" sz="1200" dirty="0"/>
          </a:p>
        </p:txBody>
      </p:sp>
      <p:sp>
        <p:nvSpPr>
          <p:cNvPr id="31" name="text-30"/>
          <p:cNvSpPr txBox="1"/>
          <p:nvPr/>
        </p:nvSpPr>
        <p:spPr>
          <a:xfrm>
            <a:off x="6927850" y="3382137"/>
            <a:ext cx="715268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하향</a:t>
            </a:r>
            <a:endParaRPr lang="en-US" sz="1700" dirty="0"/>
          </a:p>
        </p:txBody>
      </p:sp>
      <p:sp>
        <p:nvSpPr>
          <p:cNvPr id="32" name="text-31"/>
          <p:cNvSpPr txBox="1"/>
          <p:nvPr/>
        </p:nvSpPr>
        <p:spPr>
          <a:xfrm>
            <a:off x="6445250" y="3894582"/>
            <a:ext cx="49371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-32"/>
          <p:cNvSpPr txBox="1"/>
          <p:nvPr/>
        </p:nvSpPr>
        <p:spPr>
          <a:xfrm>
            <a:off x="6927850" y="3852037"/>
            <a:ext cx="715268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소울</a:t>
            </a:r>
            <a:endParaRPr lang="en-US" sz="1700" dirty="0"/>
          </a:p>
        </p:txBody>
      </p:sp>
      <p:sp>
        <p:nvSpPr>
          <p:cNvPr id="34" name="text-33"/>
          <p:cNvSpPr txBox="1"/>
          <p:nvPr/>
        </p:nvSpPr>
        <p:spPr>
          <a:xfrm>
            <a:off x="6445250" y="4364482"/>
            <a:ext cx="49371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-34"/>
          <p:cNvSpPr txBox="1"/>
          <p:nvPr/>
        </p:nvSpPr>
        <p:spPr>
          <a:xfrm>
            <a:off x="6927850" y="4321937"/>
            <a:ext cx="715268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미르</a:t>
            </a:r>
            <a:endParaRPr lang="en-US" sz="1700" dirty="0"/>
          </a:p>
        </p:txBody>
      </p:sp>
      <p:sp>
        <p:nvSpPr>
          <p:cNvPr id="36" name="text-35"/>
          <p:cNvSpPr txBox="1"/>
          <p:nvPr/>
        </p:nvSpPr>
        <p:spPr>
          <a:xfrm>
            <a:off x="6445250" y="4834382"/>
            <a:ext cx="49460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05</a:t>
            </a:r>
            <a:endParaRPr lang="en-US" sz="1200" dirty="0"/>
          </a:p>
        </p:txBody>
      </p:sp>
      <p:sp>
        <p:nvSpPr>
          <p:cNvPr id="37" name="text-36"/>
          <p:cNvSpPr txBox="1"/>
          <p:nvPr/>
        </p:nvSpPr>
        <p:spPr>
          <a:xfrm>
            <a:off x="6927850" y="4791837"/>
            <a:ext cx="1331020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갓스펠로우</a:t>
            </a:r>
            <a:endParaRPr lang="en-US" sz="1700" dirty="0"/>
          </a:p>
        </p:txBody>
      </p:sp>
      <p:sp>
        <p:nvSpPr>
          <p:cNvPr id="38" name="text-37"/>
          <p:cNvSpPr txBox="1"/>
          <p:nvPr/>
        </p:nvSpPr>
        <p:spPr>
          <a:xfrm>
            <a:off x="6445250" y="5304282"/>
            <a:ext cx="49569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06</a:t>
            </a:r>
            <a:endParaRPr lang="en-US" sz="1200" dirty="0"/>
          </a:p>
        </p:txBody>
      </p:sp>
      <p:sp>
        <p:nvSpPr>
          <p:cNvPr id="39" name="text-38"/>
          <p:cNvSpPr txBox="1"/>
          <p:nvPr/>
        </p:nvSpPr>
        <p:spPr>
          <a:xfrm>
            <a:off x="6927850" y="5261737"/>
            <a:ext cx="718641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7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MIC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271025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06 사회자 멘트 종합 공지 | MC NOTICE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9781" y="434721"/>
            <a:ext cx="848519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27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1228090"/>
            <a:ext cx="5392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spc="-16" kern="0" dirty="0">
                <a:solidFill>
                  <a:srgbClr val="A0D096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-4"/>
          <p:cNvSpPr txBox="1"/>
          <p:nvPr/>
        </p:nvSpPr>
        <p:spPr>
          <a:xfrm>
            <a:off x="1085354" y="983107"/>
            <a:ext cx="4533900" cy="4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3700" spc="-16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사회자 멘트 종합 공지</a:t>
            </a:r>
            <a:endParaRPr lang="en-US" sz="3700" dirty="0"/>
          </a:p>
        </p:txBody>
      </p:sp>
      <p:sp>
        <p:nvSpPr>
          <p:cNvPr id="6" name="text-5"/>
          <p:cNvSpPr txBox="1"/>
          <p:nvPr/>
        </p:nvSpPr>
        <p:spPr>
          <a:xfrm>
            <a:off x="5466854" y="1007491"/>
            <a:ext cx="44182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|</a:t>
            </a:r>
            <a:endParaRPr lang="en-US" sz="3100" dirty="0"/>
          </a:p>
        </p:txBody>
      </p:sp>
      <p:sp>
        <p:nvSpPr>
          <p:cNvPr id="7" name="text-6"/>
          <p:cNvSpPr txBox="1"/>
          <p:nvPr/>
        </p:nvSpPr>
        <p:spPr>
          <a:xfrm>
            <a:off x="5756275" y="1192276"/>
            <a:ext cx="132893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축제 사회자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8065294" y="3534347"/>
            <a:ext cx="1293713" cy="603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75"/>
              </a:lnSpc>
              <a:buNone/>
            </a:pPr>
            <a:r>
              <a:rPr lang="en-US" sz="1900" spc="-16" kern="0" dirty="0">
                <a:solidFill>
                  <a:srgbClr val="000000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</a:t>
            </a:r>
            <a:endParaRPr lang="en-US" sz="1900" dirty="0"/>
          </a:p>
          <a:p>
            <a:pPr algn="ctr" indent="0" marL="0">
              <a:lnSpc>
                <a:spcPts val="2375"/>
              </a:lnSpc>
              <a:buNone/>
            </a:pPr>
            <a:r>
              <a:rPr lang="en-US" sz="1900" spc="-16" kern="0" dirty="0">
                <a:solidFill>
                  <a:srgbClr val="000000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소개 힌트</a:t>
            </a:r>
            <a:endParaRPr lang="en-US" sz="1900" dirty="0"/>
          </a:p>
        </p:txBody>
      </p:sp>
      <p:sp>
        <p:nvSpPr>
          <p:cNvPr id="9" name="text-8"/>
          <p:cNvSpPr txBox="1"/>
          <p:nvPr/>
        </p:nvSpPr>
        <p:spPr>
          <a:xfrm>
            <a:off x="9865816" y="2613597"/>
            <a:ext cx="1223268" cy="603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75"/>
              </a:lnSpc>
              <a:buNone/>
            </a:pPr>
            <a:r>
              <a:rPr lang="en-US" sz="1900" spc="-16" kern="0" dirty="0">
                <a:solidFill>
                  <a:srgbClr val="000000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동아리의</a:t>
            </a:r>
            <a:endParaRPr lang="en-US" sz="1900" dirty="0"/>
          </a:p>
          <a:p>
            <a:pPr algn="ctr" indent="0" marL="0">
              <a:lnSpc>
                <a:spcPts val="2375"/>
              </a:lnSpc>
              <a:buNone/>
            </a:pPr>
            <a:r>
              <a:rPr lang="en-US" sz="1900" spc="-16" kern="0" dirty="0">
                <a:solidFill>
                  <a:srgbClr val="000000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꿈</a:t>
            </a:r>
            <a:endParaRPr lang="en-US" sz="1900" dirty="0"/>
          </a:p>
        </p:txBody>
      </p:sp>
      <p:sp>
        <p:nvSpPr>
          <p:cNvPr id="10" name="text-9"/>
          <p:cNvSpPr txBox="1"/>
          <p:nvPr/>
        </p:nvSpPr>
        <p:spPr>
          <a:xfrm>
            <a:off x="698500" y="2421684"/>
            <a:ext cx="51157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0D096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-10"/>
          <p:cNvSpPr txBox="1"/>
          <p:nvPr/>
        </p:nvSpPr>
        <p:spPr>
          <a:xfrm>
            <a:off x="1270000" y="2220595"/>
            <a:ext cx="2071688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구글폼으로 종합</a:t>
            </a:r>
            <a:endParaRPr lang="en-US" sz="2000" dirty="0"/>
          </a:p>
        </p:txBody>
      </p:sp>
      <p:sp>
        <p:nvSpPr>
          <p:cNvPr id="12" name="text-11"/>
          <p:cNvSpPr txBox="1"/>
          <p:nvPr/>
        </p:nvSpPr>
        <p:spPr>
          <a:xfrm>
            <a:off x="1270000" y="2584323"/>
            <a:ext cx="2637830" cy="231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링크는 카톡방에 바로 공유됩니다</a:t>
            </a:r>
            <a:endParaRPr lang="en-US" sz="1300" dirty="0"/>
          </a:p>
        </p:txBody>
      </p:sp>
      <p:sp>
        <p:nvSpPr>
          <p:cNvPr id="13" name="text-12"/>
          <p:cNvSpPr txBox="1"/>
          <p:nvPr/>
        </p:nvSpPr>
        <p:spPr>
          <a:xfrm>
            <a:off x="698500" y="3294114"/>
            <a:ext cx="5093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6E25A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-13"/>
          <p:cNvSpPr txBox="1"/>
          <p:nvPr/>
        </p:nvSpPr>
        <p:spPr>
          <a:xfrm>
            <a:off x="1270000" y="3093025"/>
            <a:ext cx="246181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 소개 시 힌트</a:t>
            </a:r>
            <a:endParaRPr lang="en-US" sz="2000" dirty="0"/>
          </a:p>
        </p:txBody>
      </p:sp>
      <p:sp>
        <p:nvSpPr>
          <p:cNvPr id="15" name="text-14"/>
          <p:cNvSpPr txBox="1"/>
          <p:nvPr/>
        </p:nvSpPr>
        <p:spPr>
          <a:xfrm>
            <a:off x="1270000" y="3456753"/>
            <a:ext cx="2841823" cy="231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사회자가 다음 동아리를 소개할 힌트</a:t>
            </a:r>
            <a:endParaRPr lang="en-US" sz="1300" dirty="0"/>
          </a:p>
        </p:txBody>
      </p:sp>
      <p:sp>
        <p:nvSpPr>
          <p:cNvPr id="16" name="text-15"/>
          <p:cNvSpPr txBox="1"/>
          <p:nvPr/>
        </p:nvSpPr>
        <p:spPr>
          <a:xfrm>
            <a:off x="698500" y="4166545"/>
            <a:ext cx="5093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35185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-16"/>
          <p:cNvSpPr txBox="1"/>
          <p:nvPr/>
        </p:nvSpPr>
        <p:spPr>
          <a:xfrm>
            <a:off x="1270000" y="3965456"/>
            <a:ext cx="1588095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spc="-16" kern="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동아리의 꿈</a:t>
            </a:r>
            <a:endParaRPr lang="en-US" sz="2000" dirty="0"/>
          </a:p>
        </p:txBody>
      </p:sp>
      <p:sp>
        <p:nvSpPr>
          <p:cNvPr id="18" name="text-17"/>
          <p:cNvSpPr txBox="1"/>
          <p:nvPr/>
        </p:nvSpPr>
        <p:spPr>
          <a:xfrm>
            <a:off x="1270000" y="4329184"/>
            <a:ext cx="2685355" cy="231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오프닝에서 나눌 우리 동아리의 꿈</a:t>
            </a:r>
            <a:endParaRPr lang="en-US" sz="1300" dirty="0"/>
          </a:p>
        </p:txBody>
      </p:sp>
      <p:sp>
        <p:nvSpPr>
          <p:cNvPr id="19" name="text-18"/>
          <p:cNvSpPr txBox="1"/>
          <p:nvPr/>
        </p:nvSpPr>
        <p:spPr>
          <a:xfrm>
            <a:off x="698500" y="5575554"/>
            <a:ext cx="245050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제출 기한 </a:t>
            </a:r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KoddiUD OnGothic Bold" pitchFamily="34" charset="0"/>
                <a:ea typeface="KoddiUD OnGothic Bold" pitchFamily="34" charset="-122"/>
                <a:cs typeface="KoddiUD OnGothic Bold" pitchFamily="34" charset="-120"/>
              </a:rPr>
              <a:t>10.17 (토) 23:59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173593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07 Q&amp;A | QUESTIONS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947995" y="434721"/>
            <a:ext cx="850305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28</a:t>
            </a:r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 / 29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35000" y="1758315"/>
            <a:ext cx="5137051" cy="209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dirty="0">
                <a:solidFill>
                  <a:srgbClr val="FFFFFF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Q&amp;A</a:t>
            </a:r>
            <a:endParaRPr lang="en-US" sz="16500" dirty="0"/>
          </a:p>
        </p:txBody>
      </p:sp>
      <p:sp>
        <p:nvSpPr>
          <p:cNvPr id="5" name="text-4"/>
          <p:cNvSpPr txBox="1"/>
          <p:nvPr/>
        </p:nvSpPr>
        <p:spPr>
          <a:xfrm>
            <a:off x="711200" y="4425442"/>
            <a:ext cx="542349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00" spc="-16" kern="0" dirty="0">
                <a:solidFill>
                  <a:srgbClr val="FFFFFF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궁금한 점은 자유롭게 손들고 질문해주세요</a:t>
            </a:r>
            <a:endParaRPr lang="en-US" sz="2200" dirty="0"/>
          </a:p>
        </p:txBody>
      </p:sp>
      <p:sp>
        <p:nvSpPr>
          <p:cNvPr id="6" name="text-5"/>
          <p:cNvSpPr txBox="1"/>
          <p:nvPr/>
        </p:nvSpPr>
        <p:spPr>
          <a:xfrm>
            <a:off x="711200" y="4876165"/>
            <a:ext cx="1428254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spc="-16" kern="0" dirty="0">
                <a:solidFill>
                  <a:srgbClr val="8A8A8A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07 | 질의응답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98500" y="447421"/>
            <a:ext cx="25563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spc="-16" kern="0" dirty="0">
                <a:solidFill>
                  <a:srgbClr val="5C5B58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2026 창문축제 | 동아리 공연 사전 OT</a:t>
            </a:r>
            <a:endParaRPr lang="en-US" sz="1100" dirty="0"/>
          </a:p>
        </p:txBody>
      </p:sp>
      <p:sp>
        <p:nvSpPr>
          <p:cNvPr id="3" name="text-2"/>
          <p:cNvSpPr txBox="1"/>
          <p:nvPr/>
        </p:nvSpPr>
        <p:spPr>
          <a:xfrm>
            <a:off x="10781010" y="434721"/>
            <a:ext cx="1017290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66" kern="0" dirty="0">
                <a:solidFill>
                  <a:srgbClr val="5C5B58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무대운영팀</a:t>
            </a:r>
            <a:endParaRPr lang="en-US" sz="1100" dirty="0"/>
          </a:p>
        </p:txBody>
      </p:sp>
      <p:sp>
        <p:nvSpPr>
          <p:cNvPr id="4" name="text-3"/>
          <p:cNvSpPr txBox="1"/>
          <p:nvPr/>
        </p:nvSpPr>
        <p:spPr>
          <a:xfrm>
            <a:off x="698500" y="4316095"/>
            <a:ext cx="4305399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spc="-420" kern="0" dirty="0">
                <a:solidFill>
                  <a:srgbClr val="000000"/>
                </a:solidFill>
                <a:latin typeface="KoddiUD OnGothic ExtraBold" pitchFamily="34" charset="0"/>
                <a:ea typeface="KoddiUD OnGothic ExtraBold" pitchFamily="34" charset="-122"/>
                <a:cs typeface="KoddiUD OnGothic ExtraBold" pitchFamily="34" charset="-120"/>
              </a:rPr>
              <a:t>감사합니다</a:t>
            </a:r>
            <a:endParaRPr lang="en-US" sz="7000" dirty="0"/>
          </a:p>
        </p:txBody>
      </p:sp>
      <p:sp>
        <p:nvSpPr>
          <p:cNvPr id="5" name="text-4"/>
          <p:cNvSpPr txBox="1"/>
          <p:nvPr/>
        </p:nvSpPr>
        <p:spPr>
          <a:xfrm>
            <a:off x="736600" y="5446776"/>
            <a:ext cx="276820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spc="-16" kern="0" dirty="0">
                <a:solidFill>
                  <a:srgbClr val="5C5B58"/>
                </a:solidFill>
                <a:latin typeface="KoddiUD OnGothic Regular" pitchFamily="34" charset="0"/>
                <a:ea typeface="KoddiUD OnGothic Regular" pitchFamily="34" charset="-122"/>
                <a:cs typeface="KoddiUD OnGothic Regular" pitchFamily="34" charset="-120"/>
              </a:rPr>
              <a:t>2026 창문축제 | 무대운영팀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KoddiUD OnGothic Regula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KoddiUD OnGothic Regula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별 꿈이 다 있네 동아리 공연 사전 OT</dc:title>
  <dc:subject>PptxGenJS Presentation</dc:subject>
  <dc:creator>PptxGenJS</dc:creator>
  <cp:lastModifiedBy>PptxGenJS</cp:lastModifiedBy>
  <cp:revision>1</cp:revision>
  <dcterms:created xsi:type="dcterms:W3CDTF">2026-10-13T04:51:26Z</dcterms:created>
  <dcterms:modified xsi:type="dcterms:W3CDTF">2026-10-13T04:51:26Z</dcterms:modified>
</cp:coreProperties>
</file>